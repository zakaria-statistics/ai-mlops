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695" r:id="rId2"/>
    <p:sldId id="420" r:id="rId3"/>
    <p:sldId id="722" r:id="rId4"/>
    <p:sldId id="440" r:id="rId5"/>
    <p:sldId id="445" r:id="rId6"/>
    <p:sldId id="444" r:id="rId7"/>
    <p:sldId id="753" r:id="rId8"/>
    <p:sldId id="756" r:id="rId9"/>
    <p:sldId id="741" r:id="rId10"/>
    <p:sldId id="740" r:id="rId11"/>
    <p:sldId id="755" r:id="rId12"/>
    <p:sldId id="754" r:id="rId13"/>
    <p:sldId id="680" r:id="rId14"/>
    <p:sldId id="737" r:id="rId15"/>
    <p:sldId id="742" r:id="rId16"/>
    <p:sldId id="736" r:id="rId17"/>
    <p:sldId id="760" r:id="rId18"/>
    <p:sldId id="761" r:id="rId19"/>
    <p:sldId id="762" r:id="rId20"/>
    <p:sldId id="763" r:id="rId21"/>
    <p:sldId id="757" r:id="rId22"/>
    <p:sldId id="497" r:id="rId23"/>
    <p:sldId id="748" r:id="rId24"/>
    <p:sldId id="747" r:id="rId25"/>
    <p:sldId id="745" r:id="rId26"/>
    <p:sldId id="746" r:id="rId27"/>
    <p:sldId id="764" r:id="rId28"/>
    <p:sldId id="765" r:id="rId29"/>
    <p:sldId id="749" r:id="rId30"/>
    <p:sldId id="751" r:id="rId31"/>
    <p:sldId id="773" r:id="rId32"/>
    <p:sldId id="758" r:id="rId33"/>
    <p:sldId id="691" r:id="rId34"/>
    <p:sldId id="752" r:id="rId35"/>
    <p:sldId id="692" r:id="rId36"/>
    <p:sldId id="759" r:id="rId37"/>
    <p:sldId id="653" r:id="rId38"/>
    <p:sldId id="567" r:id="rId39"/>
    <p:sldId id="641" r:id="rId40"/>
    <p:sldId id="644" r:id="rId41"/>
    <p:sldId id="642" r:id="rId42"/>
    <p:sldId id="654" r:id="rId43"/>
    <p:sldId id="655" r:id="rId44"/>
    <p:sldId id="657" r:id="rId45"/>
    <p:sldId id="656" r:id="rId46"/>
    <p:sldId id="663" r:id="rId47"/>
    <p:sldId id="649" r:id="rId48"/>
    <p:sldId id="668" r:id="rId49"/>
    <p:sldId id="772" r:id="rId50"/>
    <p:sldId id="582" r:id="rId51"/>
    <p:sldId id="599" r:id="rId52"/>
    <p:sldId id="593" r:id="rId53"/>
    <p:sldId id="596" r:id="rId54"/>
    <p:sldId id="643" r:id="rId55"/>
    <p:sldId id="766" r:id="rId56"/>
    <p:sldId id="767" r:id="rId57"/>
    <p:sldId id="631" r:id="rId58"/>
    <p:sldId id="621" r:id="rId59"/>
    <p:sldId id="620" r:id="rId60"/>
    <p:sldId id="622" r:id="rId61"/>
    <p:sldId id="623" r:id="rId62"/>
    <p:sldId id="624" r:id="rId63"/>
    <p:sldId id="629" r:id="rId64"/>
    <p:sldId id="626" r:id="rId65"/>
    <p:sldId id="627" r:id="rId66"/>
    <p:sldId id="628" r:id="rId67"/>
    <p:sldId id="632" r:id="rId68"/>
    <p:sldId id="646" r:id="rId69"/>
    <p:sldId id="633" r:id="rId70"/>
    <p:sldId id="634" r:id="rId71"/>
    <p:sldId id="635" r:id="rId72"/>
    <p:sldId id="636" r:id="rId73"/>
    <p:sldId id="637" r:id="rId74"/>
    <p:sldId id="638" r:id="rId75"/>
    <p:sldId id="639" r:id="rId76"/>
    <p:sldId id="640" r:id="rId77"/>
    <p:sldId id="647" r:id="rId78"/>
    <p:sldId id="648" r:id="rId79"/>
    <p:sldId id="768" r:id="rId80"/>
    <p:sldId id="769" r:id="rId81"/>
    <p:sldId id="770" r:id="rId82"/>
    <p:sldId id="771" r:id="rId83"/>
    <p:sldId id="774" r:id="rId84"/>
    <p:sldId id="775" r:id="rId8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3300"/>
    <a:srgbClr val="0065FA"/>
    <a:srgbClr val="0180FF"/>
    <a:srgbClr val="FFFFCC"/>
    <a:srgbClr val="FFEFE7"/>
    <a:srgbClr val="FFFF99"/>
    <a:srgbClr val="FDF3ED"/>
    <a:srgbClr val="FEF6F0"/>
    <a:srgbClr val="286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82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039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14/05/2023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90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39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1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1.png"/><Relationship Id="rId3" Type="http://schemas.openxmlformats.org/officeDocument/2006/relationships/image" Target="../media/image610.png"/><Relationship Id="rId7" Type="http://schemas.openxmlformats.org/officeDocument/2006/relationships/image" Target="../media/image101.png"/><Relationship Id="rId12" Type="http://schemas.openxmlformats.org/officeDocument/2006/relationships/image" Target="../media/image15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1.png"/><Relationship Id="rId5" Type="http://schemas.openxmlformats.org/officeDocument/2006/relationships/image" Target="../media/image81.png"/><Relationship Id="rId15" Type="http://schemas.openxmlformats.org/officeDocument/2006/relationships/image" Target="../media/image180.png"/><Relationship Id="rId10" Type="http://schemas.openxmlformats.org/officeDocument/2006/relationships/image" Target="../media/image130.png"/><Relationship Id="rId4" Type="http://schemas.openxmlformats.org/officeDocument/2006/relationships/image" Target="../media/image71.png"/><Relationship Id="rId9" Type="http://schemas.openxmlformats.org/officeDocument/2006/relationships/image" Target="../media/image121.png"/><Relationship Id="rId14" Type="http://schemas.openxmlformats.org/officeDocument/2006/relationships/image" Target="../media/image17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2.png"/><Relationship Id="rId4" Type="http://schemas.openxmlformats.org/officeDocument/2006/relationships/image" Target="../media/image21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24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2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4.png"/><Relationship Id="rId4" Type="http://schemas.openxmlformats.org/officeDocument/2006/relationships/image" Target="../media/image2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23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6.png"/><Relationship Id="rId4" Type="http://schemas.openxmlformats.org/officeDocument/2006/relationships/image" Target="../media/image34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7.png"/><Relationship Id="rId4" Type="http://schemas.openxmlformats.org/officeDocument/2006/relationships/image" Target="../media/image34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0.png"/><Relationship Id="rId4" Type="http://schemas.openxmlformats.org/officeDocument/2006/relationships/image" Target="../media/image3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8.png"/><Relationship Id="rId4" Type="http://schemas.openxmlformats.org/officeDocument/2006/relationships/image" Target="../media/image42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9.png"/><Relationship Id="rId4" Type="http://schemas.openxmlformats.org/officeDocument/2006/relationships/image" Target="../media/image42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7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873459" y="2472243"/>
            <a:ext cx="100583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 err="1">
                <a:solidFill>
                  <a:srgbClr val="FF0000"/>
                </a:solidFill>
              </a:rPr>
              <a:t>L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inear</a:t>
            </a:r>
            <a:r>
              <a:rPr lang="fr-FR" sz="4800" b="1" dirty="0">
                <a:solidFill>
                  <a:srgbClr val="FF0000"/>
                </a:solidFill>
              </a:rPr>
              <a:t> </a:t>
            </a:r>
            <a:r>
              <a:rPr lang="fr-FR" sz="4800" b="1" dirty="0" err="1">
                <a:solidFill>
                  <a:srgbClr val="FF0000"/>
                </a:solidFill>
              </a:rPr>
              <a:t>R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egression</a:t>
            </a:r>
            <a:endParaRPr lang="fr-FR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4800" b="1" dirty="0" err="1">
                <a:solidFill>
                  <a:srgbClr val="FF0000"/>
                </a:solidFill>
              </a:rPr>
              <a:t>L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ogistic</a:t>
            </a:r>
            <a:r>
              <a:rPr lang="fr-FR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4800" b="1" dirty="0" err="1">
                <a:solidFill>
                  <a:srgbClr val="FF0000"/>
                </a:solidFill>
              </a:rPr>
              <a:t>R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egression</a:t>
            </a:r>
            <a:r>
              <a:rPr lang="fr-FR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algn="ctr"/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eural </a:t>
            </a:r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6866" y="4669426"/>
            <a:ext cx="11063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dirty="0">
                <a:solidFill>
                  <a:srgbClr val="FF3300"/>
                </a:solidFill>
              </a:rPr>
              <a:t>2022/2023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014" y="1659535"/>
            <a:ext cx="1518883" cy="113916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048" y="42910"/>
            <a:ext cx="1746816" cy="1377399"/>
          </a:xfrm>
          <a:prstGeom prst="rect">
            <a:avLst/>
          </a:prstGeom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5DCD0953-05C4-9B9D-A9D3-FAC989F23C02}"/>
              </a:ext>
            </a:extLst>
          </p:cNvPr>
          <p:cNvSpPr txBox="1"/>
          <p:nvPr/>
        </p:nvSpPr>
        <p:spPr>
          <a:xfrm>
            <a:off x="0" y="5050844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6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6F60AAF-D276-4E9C-8DCF-33C7E6AFA9F8}"/>
              </a:ext>
            </a:extLst>
          </p:cNvPr>
          <p:cNvSpPr/>
          <p:nvPr/>
        </p:nvSpPr>
        <p:spPr>
          <a:xfrm>
            <a:off x="355955" y="3231954"/>
            <a:ext cx="1813560" cy="12801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5DB2D-D038-4D5F-A5D3-2A806DDAB9A9}"/>
              </a:ext>
            </a:extLst>
          </p:cNvPr>
          <p:cNvSpPr/>
          <p:nvPr/>
        </p:nvSpPr>
        <p:spPr>
          <a:xfrm>
            <a:off x="218795" y="2698554"/>
            <a:ext cx="2148840" cy="181356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D6723-48FA-47B0-BDB0-8D7E68C52CFA}"/>
              </a:ext>
            </a:extLst>
          </p:cNvPr>
          <p:cNvSpPr txBox="1"/>
          <p:nvPr/>
        </p:nvSpPr>
        <p:spPr>
          <a:xfrm>
            <a:off x="615035" y="3231954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/>
              <a:t>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7A5E6-2FDC-415B-AB50-1E86F5BF528C}"/>
              </a:ext>
            </a:extLst>
          </p:cNvPr>
          <p:cNvSpPr txBox="1"/>
          <p:nvPr/>
        </p:nvSpPr>
        <p:spPr>
          <a:xfrm>
            <a:off x="569315" y="268018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 err="1"/>
              <a:t>Artificial</a:t>
            </a:r>
            <a:r>
              <a:rPr lang="fr-MA" sz="1400" dirty="0"/>
              <a:t> intelligence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C403EA-B94A-4A81-BDE2-3BD4516EB5F4}"/>
              </a:ext>
            </a:extLst>
          </p:cNvPr>
          <p:cNvSpPr/>
          <p:nvPr/>
        </p:nvSpPr>
        <p:spPr>
          <a:xfrm>
            <a:off x="3135084" y="3236715"/>
            <a:ext cx="1008000" cy="4851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6BBB9-0261-478C-AE09-8E452A868ECA}"/>
              </a:ext>
            </a:extLst>
          </p:cNvPr>
          <p:cNvSpPr txBox="1"/>
          <p:nvPr/>
        </p:nvSpPr>
        <p:spPr>
          <a:xfrm>
            <a:off x="3087187" y="3236714"/>
            <a:ext cx="1071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/>
              <a:t>ML </a:t>
            </a:r>
            <a:r>
              <a:rPr lang="fr-MA" sz="1200" b="1" dirty="0" err="1"/>
              <a:t>problem</a:t>
            </a:r>
            <a:r>
              <a:rPr lang="fr-MA" sz="1200" b="1" dirty="0"/>
              <a:t>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16424-D999-4ACE-A4B3-342A49AAB693}"/>
              </a:ext>
            </a:extLst>
          </p:cNvPr>
          <p:cNvSpPr txBox="1"/>
          <p:nvPr/>
        </p:nvSpPr>
        <p:spPr>
          <a:xfrm>
            <a:off x="4635162" y="822587"/>
            <a:ext cx="98682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/>
              <a:t>Regression</a:t>
            </a:r>
            <a:endParaRPr lang="fr-M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DBC9C-60D2-4DE2-AC7A-9DA8FC11DC4D}"/>
              </a:ext>
            </a:extLst>
          </p:cNvPr>
          <p:cNvSpPr txBox="1"/>
          <p:nvPr/>
        </p:nvSpPr>
        <p:spPr>
          <a:xfrm>
            <a:off x="5876115" y="2804516"/>
            <a:ext cx="936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CC6A9-A885-4A02-9696-9A2C84E89263}"/>
              </a:ext>
            </a:extLst>
          </p:cNvPr>
          <p:cNvSpPr txBox="1"/>
          <p:nvPr/>
        </p:nvSpPr>
        <p:spPr>
          <a:xfrm>
            <a:off x="5968566" y="5517357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8BDE5-BDF7-4C30-B116-099B66C5F3E3}"/>
              </a:ext>
            </a:extLst>
          </p:cNvPr>
          <p:cNvSpPr txBox="1"/>
          <p:nvPr/>
        </p:nvSpPr>
        <p:spPr>
          <a:xfrm>
            <a:off x="7338475" y="452658"/>
            <a:ext cx="1049673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008F4-336A-4724-9B59-EB0A136E8349}"/>
              </a:ext>
            </a:extLst>
          </p:cNvPr>
          <p:cNvSpPr txBox="1"/>
          <p:nvPr/>
        </p:nvSpPr>
        <p:spPr>
          <a:xfrm>
            <a:off x="7351018" y="824754"/>
            <a:ext cx="1296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Linear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Regression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8C676-97A9-4814-A5B2-030BDBE69B6F}"/>
              </a:ext>
            </a:extLst>
          </p:cNvPr>
          <p:cNvSpPr txBox="1"/>
          <p:nvPr/>
        </p:nvSpPr>
        <p:spPr>
          <a:xfrm>
            <a:off x="7331975" y="1122893"/>
            <a:ext cx="79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SVR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CE60-CC01-4A0E-AD83-4FF87A8A0D54}"/>
              </a:ext>
            </a:extLst>
          </p:cNvPr>
          <p:cNvSpPr txBox="1"/>
          <p:nvPr/>
        </p:nvSpPr>
        <p:spPr>
          <a:xfrm>
            <a:off x="7322750" y="1507017"/>
            <a:ext cx="115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Neural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4F26-857C-4F90-BE27-3E32A25EF531}"/>
              </a:ext>
            </a:extLst>
          </p:cNvPr>
          <p:cNvSpPr txBox="1"/>
          <p:nvPr/>
        </p:nvSpPr>
        <p:spPr>
          <a:xfrm>
            <a:off x="6508575" y="2404746"/>
            <a:ext cx="1260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2F0EA-1FFF-4EAD-BD08-205B022C709F}"/>
              </a:ext>
            </a:extLst>
          </p:cNvPr>
          <p:cNvSpPr txBox="1"/>
          <p:nvPr/>
        </p:nvSpPr>
        <p:spPr>
          <a:xfrm>
            <a:off x="7605871" y="2709902"/>
            <a:ext cx="64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KNN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17C6F-1F9E-481D-8226-13E57A60C8FD}"/>
              </a:ext>
            </a:extLst>
          </p:cNvPr>
          <p:cNvSpPr txBox="1"/>
          <p:nvPr/>
        </p:nvSpPr>
        <p:spPr>
          <a:xfrm>
            <a:off x="7575387" y="3022750"/>
            <a:ext cx="100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Naive</a:t>
            </a:r>
            <a:r>
              <a:rPr lang="fr-MA" sz="1200" dirty="0">
                <a:solidFill>
                  <a:schemeClr val="bg1"/>
                </a:solidFill>
              </a:rPr>
              <a:t> bayes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3C4D8B-A40F-478A-8113-336A7661BCCA}"/>
              </a:ext>
            </a:extLst>
          </p:cNvPr>
          <p:cNvSpPr txBox="1"/>
          <p:nvPr/>
        </p:nvSpPr>
        <p:spPr>
          <a:xfrm>
            <a:off x="7651583" y="3332574"/>
            <a:ext cx="1249684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Neural 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DF5F62-CB1A-4431-A7DC-5318D6F964B1}"/>
              </a:ext>
            </a:extLst>
          </p:cNvPr>
          <p:cNvSpPr txBox="1"/>
          <p:nvPr/>
        </p:nvSpPr>
        <p:spPr>
          <a:xfrm>
            <a:off x="7692963" y="5322648"/>
            <a:ext cx="7924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K-</a:t>
            </a:r>
            <a:r>
              <a:rPr lang="fr-MA" sz="1200" dirty="0" err="1">
                <a:solidFill>
                  <a:schemeClr val="bg1"/>
                </a:solidFill>
              </a:rPr>
              <a:t>means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3EE6B-C845-4499-B712-8C1F47164E68}"/>
              </a:ext>
            </a:extLst>
          </p:cNvPr>
          <p:cNvSpPr txBox="1"/>
          <p:nvPr/>
        </p:nvSpPr>
        <p:spPr>
          <a:xfrm>
            <a:off x="7696077" y="5683244"/>
            <a:ext cx="82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DBScan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3E60AB-A0F9-4295-9027-A55889A2B40B}"/>
              </a:ext>
            </a:extLst>
          </p:cNvPr>
          <p:cNvSpPr txBox="1"/>
          <p:nvPr/>
        </p:nvSpPr>
        <p:spPr>
          <a:xfrm>
            <a:off x="7723435" y="6010619"/>
            <a:ext cx="900000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hierarchical</a:t>
            </a:r>
            <a:r>
              <a:rPr lang="fr-MA" sz="1200" dirty="0">
                <a:solidFill>
                  <a:schemeClr val="bg1"/>
                </a:solidFill>
              </a:rPr>
              <a:t> clustering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82DFF-1463-469D-8851-09571CAFD5EE}"/>
              </a:ext>
            </a:extLst>
          </p:cNvPr>
          <p:cNvSpPr txBox="1"/>
          <p:nvPr/>
        </p:nvSpPr>
        <p:spPr>
          <a:xfrm>
            <a:off x="5912594" y="423003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2D3083-D484-4F50-90F8-F19D32F5BD78}"/>
              </a:ext>
            </a:extLst>
          </p:cNvPr>
          <p:cNvSpPr txBox="1"/>
          <p:nvPr/>
        </p:nvSpPr>
        <p:spPr>
          <a:xfrm>
            <a:off x="5345710" y="1149130"/>
            <a:ext cx="99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A4934-A319-49B7-9001-F084EE000C13}"/>
              </a:ext>
            </a:extLst>
          </p:cNvPr>
          <p:cNvSpPr txBox="1"/>
          <p:nvPr/>
        </p:nvSpPr>
        <p:spPr>
          <a:xfrm>
            <a:off x="9600800" y="5243892"/>
            <a:ext cx="19905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/>
              <a:t>How </a:t>
            </a:r>
            <a:r>
              <a:rPr lang="fr-MA" sz="1200" dirty="0" err="1"/>
              <a:t>it</a:t>
            </a:r>
            <a:r>
              <a:rPr lang="fr-MA" sz="1200" dirty="0"/>
              <a:t> </a:t>
            </a:r>
            <a:r>
              <a:rPr lang="fr-MA" sz="1200" dirty="0" err="1"/>
              <a:t>works</a:t>
            </a:r>
            <a:r>
              <a:rPr lang="fr-MA" sz="1200" dirty="0"/>
              <a:t>?</a:t>
            </a:r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Algorithmis</a:t>
            </a:r>
            <a:r>
              <a:rPr lang="fr-MA" sz="1200" dirty="0"/>
              <a:t>: </a:t>
            </a:r>
            <a:r>
              <a:rPr lang="fr-MA" sz="1200" dirty="0" err="1"/>
              <a:t>Optimizers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b="1" dirty="0">
                <a:solidFill>
                  <a:srgbClr val="FF6565"/>
                </a:solidFill>
              </a:rPr>
              <a:t>Math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BA2B4F-D0F0-41F2-80B2-AE4A8339BFD1}"/>
              </a:ext>
            </a:extLst>
          </p:cNvPr>
          <p:cNvSpPr/>
          <p:nvPr/>
        </p:nvSpPr>
        <p:spPr>
          <a:xfrm>
            <a:off x="1227938" y="3767742"/>
            <a:ext cx="877111" cy="491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6A43F6-157D-4CF3-9685-2AB772FBAA19}"/>
              </a:ext>
            </a:extLst>
          </p:cNvPr>
          <p:cNvSpPr txBox="1"/>
          <p:nvPr/>
        </p:nvSpPr>
        <p:spPr>
          <a:xfrm>
            <a:off x="1118314" y="3730649"/>
            <a:ext cx="103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dirty="0" err="1"/>
              <a:t>Deep</a:t>
            </a:r>
            <a:r>
              <a:rPr lang="fr-MA" sz="1200" dirty="0"/>
              <a:t> Learning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797E59-A1F0-47D9-B9B3-6AF3C58A884E}"/>
              </a:ext>
            </a:extLst>
          </p:cNvPr>
          <p:cNvSpPr txBox="1"/>
          <p:nvPr/>
        </p:nvSpPr>
        <p:spPr>
          <a:xfrm>
            <a:off x="9355846" y="3064956"/>
            <a:ext cx="796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400" b="1" dirty="0"/>
              <a:t>How to </a:t>
            </a:r>
            <a:r>
              <a:rPr lang="fr-MA" sz="1400" b="1" dirty="0" err="1"/>
              <a:t>Learn</a:t>
            </a:r>
            <a:r>
              <a:rPr lang="fr-MA" sz="1400" b="1" dirty="0"/>
              <a:t>?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4867949-0792-4191-A1BA-0512F7B27CA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621986" y="961087"/>
            <a:ext cx="175292" cy="18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D4C5795-E1F3-4760-AEA1-0355D7783DA8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5621986" y="561503"/>
            <a:ext cx="290608" cy="39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9E2510C-B7B9-4B52-9DEC-3E9592F02BF4}"/>
              </a:ext>
            </a:extLst>
          </p:cNvPr>
          <p:cNvCxnSpPr>
            <a:cxnSpLocks/>
            <a:stCxn id="17" idx="3"/>
            <a:endCxn id="628" idx="1"/>
          </p:cNvCxnSpPr>
          <p:nvPr/>
        </p:nvCxnSpPr>
        <p:spPr>
          <a:xfrm flipV="1">
            <a:off x="6812594" y="280808"/>
            <a:ext cx="492680" cy="2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E554E2-E61F-4943-BAA1-9327993DD275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6812594" y="561503"/>
            <a:ext cx="538424" cy="401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CD3AF77-6812-47D6-A6FE-754C7460E148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6812594" y="561503"/>
            <a:ext cx="519381" cy="69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128DE53-A646-4D74-A1E0-7F0E92576FC1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6812594" y="561503"/>
            <a:ext cx="510156" cy="1084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DCB05A3-9510-4D84-B90F-B9CF122BE912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6868566" y="5461148"/>
            <a:ext cx="824397" cy="19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793BAE8-3FC4-43F2-B74D-99EF53A78595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>
            <a:off x="6868566" y="5655857"/>
            <a:ext cx="827511" cy="16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2C0A453-D668-44CE-8615-52A7EB35BC8A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6868566" y="5655857"/>
            <a:ext cx="854869" cy="58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4D975351-301D-4B39-9A85-26DFEF279475}"/>
              </a:ext>
            </a:extLst>
          </p:cNvPr>
          <p:cNvCxnSpPr>
            <a:cxnSpLocks/>
            <a:stCxn id="3" idx="2"/>
            <a:endCxn id="246" idx="2"/>
          </p:cNvCxnSpPr>
          <p:nvPr/>
        </p:nvCxnSpPr>
        <p:spPr>
          <a:xfrm rot="16200000" flipH="1">
            <a:off x="3028250" y="4332661"/>
            <a:ext cx="1986501" cy="7648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5B08F18-D8B8-4F27-A789-6D5C542B2C75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6812115" y="2681745"/>
            <a:ext cx="326460" cy="26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B1CDD4C-723E-47F0-9781-52358DD54C6C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6812115" y="2848402"/>
            <a:ext cx="793756" cy="9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0A9A4E6-72B3-4962-A58F-E25C9D90D0DF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6812115" y="2943016"/>
            <a:ext cx="763272" cy="21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8432E18D-C63B-45E4-B392-87275894ED26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6812115" y="2943016"/>
            <a:ext cx="839468" cy="52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F65EE324-EF4D-4503-B5D3-5EE7CDCD5FB5}"/>
              </a:ext>
            </a:extLst>
          </p:cNvPr>
          <p:cNvSpPr txBox="1"/>
          <p:nvPr/>
        </p:nvSpPr>
        <p:spPr>
          <a:xfrm>
            <a:off x="4690528" y="3335278"/>
            <a:ext cx="1008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Classification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8424C67-E1AD-41C2-A8CC-B65AE298AF5F}"/>
              </a:ext>
            </a:extLst>
          </p:cNvPr>
          <p:cNvSpPr txBox="1"/>
          <p:nvPr/>
        </p:nvSpPr>
        <p:spPr>
          <a:xfrm>
            <a:off x="5290465" y="3771800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B4DF386-9991-4FEE-80EF-2E7391D773F2}"/>
              </a:ext>
            </a:extLst>
          </p:cNvPr>
          <p:cNvCxnSpPr>
            <a:cxnSpLocks/>
          </p:cNvCxnSpPr>
          <p:nvPr/>
        </p:nvCxnSpPr>
        <p:spPr>
          <a:xfrm>
            <a:off x="5514603" y="3574779"/>
            <a:ext cx="216807" cy="26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C669000-A321-42F2-80BC-9D342F601FF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483490" y="2943016"/>
            <a:ext cx="392625" cy="35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D08B262A-F3DB-47FD-B45C-D2D22AFA0D9A}"/>
              </a:ext>
            </a:extLst>
          </p:cNvPr>
          <p:cNvSpPr txBox="1"/>
          <p:nvPr/>
        </p:nvSpPr>
        <p:spPr>
          <a:xfrm>
            <a:off x="4631885" y="5581579"/>
            <a:ext cx="864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Clustering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44E5C1E5-4BA9-4431-AA6B-9B1D47805A55}"/>
              </a:ext>
            </a:extLst>
          </p:cNvPr>
          <p:cNvCxnSpPr>
            <a:cxnSpLocks/>
            <a:stCxn id="309" idx="3"/>
            <a:endCxn id="10" idx="1"/>
          </p:cNvCxnSpPr>
          <p:nvPr/>
        </p:nvCxnSpPr>
        <p:spPr>
          <a:xfrm flipV="1">
            <a:off x="5495885" y="5655857"/>
            <a:ext cx="472681" cy="6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A665D8C0-08EE-4622-A353-40B9B25494AB}"/>
              </a:ext>
            </a:extLst>
          </p:cNvPr>
          <p:cNvSpPr txBox="1"/>
          <p:nvPr/>
        </p:nvSpPr>
        <p:spPr>
          <a:xfrm>
            <a:off x="4947342" y="6131325"/>
            <a:ext cx="1063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0CC748EC-B76D-4F9F-880B-591EDE05678D}"/>
              </a:ext>
            </a:extLst>
          </p:cNvPr>
          <p:cNvCxnSpPr>
            <a:cxnSpLocks/>
            <a:stCxn id="309" idx="3"/>
            <a:endCxn id="323" idx="0"/>
          </p:cNvCxnSpPr>
          <p:nvPr/>
        </p:nvCxnSpPr>
        <p:spPr>
          <a:xfrm flipH="1">
            <a:off x="5479175" y="5720079"/>
            <a:ext cx="16710" cy="411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TextBox 590">
            <a:extLst>
              <a:ext uri="{FF2B5EF4-FFF2-40B4-BE49-F238E27FC236}">
                <a16:creationId xmlns:a16="http://schemas.microsoft.com/office/drawing/2014/main" id="{19155187-09AE-4FF8-9F81-CB218E6F861B}"/>
              </a:ext>
            </a:extLst>
          </p:cNvPr>
          <p:cNvSpPr txBox="1"/>
          <p:nvPr/>
        </p:nvSpPr>
        <p:spPr>
          <a:xfrm>
            <a:off x="9570320" y="4885848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From</a:t>
            </a:r>
            <a:r>
              <a:rPr lang="fr-MA" sz="1400" dirty="0">
                <a:solidFill>
                  <a:schemeClr val="bg1"/>
                </a:solidFill>
              </a:rPr>
              <a:t> scratch &amp; by hand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EDABA87D-27D7-42AA-932F-87B23F3FABEB}"/>
              </a:ext>
            </a:extLst>
          </p:cNvPr>
          <p:cNvSpPr txBox="1"/>
          <p:nvPr/>
        </p:nvSpPr>
        <p:spPr>
          <a:xfrm>
            <a:off x="6173760" y="910521"/>
            <a:ext cx="9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RMSE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MAE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AC65FC6C-398B-4267-89BD-46079F1AB423}"/>
              </a:ext>
            </a:extLst>
          </p:cNvPr>
          <p:cNvSpPr txBox="1"/>
          <p:nvPr/>
        </p:nvSpPr>
        <p:spPr>
          <a:xfrm>
            <a:off x="6080150" y="3701190"/>
            <a:ext cx="165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/>
              <a:t>Cross </a:t>
            </a:r>
            <a:r>
              <a:rPr lang="fr-MA" sz="1100" dirty="0" err="1"/>
              <a:t>entropy</a:t>
            </a:r>
            <a:endParaRPr lang="fr-MA" sz="1100" dirty="0"/>
          </a:p>
          <a:p>
            <a:r>
              <a:rPr lang="fr-MA" sz="1100" dirty="0" err="1"/>
              <a:t>Logarithmic</a:t>
            </a:r>
            <a:r>
              <a:rPr lang="fr-MA" sz="1100" dirty="0"/>
              <a:t> </a:t>
            </a:r>
            <a:r>
              <a:rPr lang="fr-MA" sz="1100" dirty="0" err="1"/>
              <a:t>Loss</a:t>
            </a:r>
            <a:endParaRPr lang="fr-MA" sz="1100" dirty="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6E3027C1-3E48-4542-9EEF-55A0DD15EE83}"/>
              </a:ext>
            </a:extLst>
          </p:cNvPr>
          <p:cNvSpPr txBox="1"/>
          <p:nvPr/>
        </p:nvSpPr>
        <p:spPr>
          <a:xfrm>
            <a:off x="5869295" y="6032548"/>
            <a:ext cx="17258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100">
                <a:solidFill>
                  <a:srgbClr val="FF6565"/>
                </a:solidFill>
              </a:defRPr>
            </a:lvl1pPr>
          </a:lstStyle>
          <a:p>
            <a:r>
              <a:rPr lang="fr-MA" dirty="0">
                <a:solidFill>
                  <a:srgbClr val="7030A0"/>
                </a:solidFill>
              </a:rPr>
              <a:t>Davies-</a:t>
            </a:r>
            <a:r>
              <a:rPr lang="fr-MA" dirty="0" err="1">
                <a:solidFill>
                  <a:srgbClr val="7030A0"/>
                </a:solidFill>
              </a:rPr>
              <a:t>Bouldin</a:t>
            </a:r>
            <a:r>
              <a:rPr lang="fr-MA" dirty="0">
                <a:solidFill>
                  <a:srgbClr val="7030A0"/>
                </a:solidFill>
              </a:rPr>
              <a:t> Index</a:t>
            </a:r>
          </a:p>
          <a:p>
            <a:r>
              <a:rPr lang="fr-MA" dirty="0">
                <a:solidFill>
                  <a:srgbClr val="7030A0"/>
                </a:solidFill>
              </a:rPr>
              <a:t>Dunn Index</a:t>
            </a:r>
          </a:p>
          <a:p>
            <a:r>
              <a:rPr lang="fr-MA" dirty="0">
                <a:solidFill>
                  <a:srgbClr val="7030A0"/>
                </a:solidFill>
              </a:rPr>
              <a:t>Silhouette Coefficient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3F961A39-B8B5-4EF7-91EB-35D0D8F82AFA}"/>
              </a:ext>
            </a:extLst>
          </p:cNvPr>
          <p:cNvSpPr txBox="1"/>
          <p:nvPr/>
        </p:nvSpPr>
        <p:spPr>
          <a:xfrm>
            <a:off x="7305274" y="142308"/>
            <a:ext cx="1172837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696519DD-17EA-44A5-B013-4E890B175CAF}"/>
              </a:ext>
            </a:extLst>
          </p:cNvPr>
          <p:cNvSpPr txBox="1"/>
          <p:nvPr/>
        </p:nvSpPr>
        <p:spPr>
          <a:xfrm>
            <a:off x="7694190" y="363851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8E05A1B4-0074-4FCF-BDF8-6D3A4B76D99B}"/>
              </a:ext>
            </a:extLst>
          </p:cNvPr>
          <p:cNvCxnSpPr>
            <a:cxnSpLocks/>
            <a:stCxn id="9" idx="3"/>
            <a:endCxn id="630" idx="1"/>
          </p:cNvCxnSpPr>
          <p:nvPr/>
        </p:nvCxnSpPr>
        <p:spPr>
          <a:xfrm>
            <a:off x="6812115" y="2943016"/>
            <a:ext cx="882075" cy="83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D185DD7-B94E-411B-9227-9F7221657EEF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6812594" y="561503"/>
            <a:ext cx="525881" cy="29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Right Brace 653">
            <a:extLst>
              <a:ext uri="{FF2B5EF4-FFF2-40B4-BE49-F238E27FC236}">
                <a16:creationId xmlns:a16="http://schemas.microsoft.com/office/drawing/2014/main" id="{25033683-0DEB-4BE7-B5E0-D4CB5187FF27}"/>
              </a:ext>
            </a:extLst>
          </p:cNvPr>
          <p:cNvSpPr/>
          <p:nvPr/>
        </p:nvSpPr>
        <p:spPr>
          <a:xfrm>
            <a:off x="8931138" y="233182"/>
            <a:ext cx="470702" cy="6383201"/>
          </a:xfrm>
          <a:prstGeom prst="rightBrace">
            <a:avLst>
              <a:gd name="adj1" fmla="val 8333"/>
              <a:gd name="adj2" fmla="val 49541"/>
            </a:avLst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369270B7-193B-416F-9A96-A2048632A540}"/>
              </a:ext>
            </a:extLst>
          </p:cNvPr>
          <p:cNvSpPr txBox="1"/>
          <p:nvPr/>
        </p:nvSpPr>
        <p:spPr>
          <a:xfrm>
            <a:off x="7694190" y="444578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5220908D-5F10-452C-BE07-04D47DEFCCE8}"/>
              </a:ext>
            </a:extLst>
          </p:cNvPr>
          <p:cNvSpPr txBox="1"/>
          <p:nvPr/>
        </p:nvSpPr>
        <p:spPr>
          <a:xfrm>
            <a:off x="7723436" y="6507421"/>
            <a:ext cx="9273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84AA514B-328B-4C0A-ACFE-784030D548BC}"/>
              </a:ext>
            </a:extLst>
          </p:cNvPr>
          <p:cNvCxnSpPr>
            <a:cxnSpLocks/>
            <a:stCxn id="9" idx="3"/>
            <a:endCxn id="660" idx="1"/>
          </p:cNvCxnSpPr>
          <p:nvPr/>
        </p:nvCxnSpPr>
        <p:spPr>
          <a:xfrm>
            <a:off x="6812115" y="2943016"/>
            <a:ext cx="882075" cy="164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B693401B-3557-4076-BE1C-9CCD93D480C0}"/>
              </a:ext>
            </a:extLst>
          </p:cNvPr>
          <p:cNvCxnSpPr>
            <a:cxnSpLocks/>
            <a:stCxn id="10" idx="3"/>
            <a:endCxn id="666" idx="1"/>
          </p:cNvCxnSpPr>
          <p:nvPr/>
        </p:nvCxnSpPr>
        <p:spPr>
          <a:xfrm>
            <a:off x="6868566" y="5655857"/>
            <a:ext cx="854870" cy="99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TextBox 683">
            <a:extLst>
              <a:ext uri="{FF2B5EF4-FFF2-40B4-BE49-F238E27FC236}">
                <a16:creationId xmlns:a16="http://schemas.microsoft.com/office/drawing/2014/main" id="{FC3F9EC9-6AD4-4A2E-BA8E-06D7CA3292A1}"/>
              </a:ext>
            </a:extLst>
          </p:cNvPr>
          <p:cNvSpPr txBox="1"/>
          <p:nvPr/>
        </p:nvSpPr>
        <p:spPr>
          <a:xfrm>
            <a:off x="7244755" y="1930080"/>
            <a:ext cx="115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C9B30D16-D6D1-4BD5-B7E1-CB4B257A94AE}"/>
              </a:ext>
            </a:extLst>
          </p:cNvPr>
          <p:cNvSpPr txBox="1"/>
          <p:nvPr/>
        </p:nvSpPr>
        <p:spPr>
          <a:xfrm>
            <a:off x="7694190" y="3956018"/>
            <a:ext cx="1214685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Support </a:t>
            </a:r>
            <a:r>
              <a:rPr lang="fr-MA" sz="1200" dirty="0" err="1">
                <a:solidFill>
                  <a:schemeClr val="bg1"/>
                </a:solidFill>
              </a:rPr>
              <a:t>Vector</a:t>
            </a:r>
            <a:r>
              <a:rPr lang="fr-MA" sz="1200" dirty="0">
                <a:solidFill>
                  <a:schemeClr val="bg1"/>
                </a:solidFill>
              </a:rPr>
              <a:t> Machine</a:t>
            </a:r>
          </a:p>
        </p:txBody>
      </p:sp>
      <p:cxnSp>
        <p:nvCxnSpPr>
          <p:cNvPr id="702" name="Straight Arrow Connector 701">
            <a:extLst>
              <a:ext uri="{FF2B5EF4-FFF2-40B4-BE49-F238E27FC236}">
                <a16:creationId xmlns:a16="http://schemas.microsoft.com/office/drawing/2014/main" id="{1F00CCD9-C1CE-4659-9632-D0F6A1C3B2AD}"/>
              </a:ext>
            </a:extLst>
          </p:cNvPr>
          <p:cNvCxnSpPr>
            <a:cxnSpLocks/>
            <a:stCxn id="9" idx="3"/>
            <a:endCxn id="700" idx="1"/>
          </p:cNvCxnSpPr>
          <p:nvPr/>
        </p:nvCxnSpPr>
        <p:spPr>
          <a:xfrm>
            <a:off x="6812115" y="2943016"/>
            <a:ext cx="882075" cy="124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1EA2C12F-8344-4B41-BFA0-1A2502576E17}"/>
              </a:ext>
            </a:extLst>
          </p:cNvPr>
          <p:cNvCxnSpPr>
            <a:cxnSpLocks/>
            <a:stCxn id="929" idx="7"/>
            <a:endCxn id="6" idx="1"/>
          </p:cNvCxnSpPr>
          <p:nvPr/>
        </p:nvCxnSpPr>
        <p:spPr>
          <a:xfrm flipV="1">
            <a:off x="1896200" y="3467547"/>
            <a:ext cx="1190987" cy="182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7DFA01AB-0A14-40CB-80FE-6C71806F573A}"/>
              </a:ext>
            </a:extLst>
          </p:cNvPr>
          <p:cNvCxnSpPr>
            <a:cxnSpLocks/>
            <a:stCxn id="17" idx="3"/>
            <a:endCxn id="684" idx="1"/>
          </p:cNvCxnSpPr>
          <p:nvPr/>
        </p:nvCxnSpPr>
        <p:spPr>
          <a:xfrm>
            <a:off x="6812594" y="561503"/>
            <a:ext cx="432161" cy="1507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Rectangle: Rounded Corners 876">
            <a:extLst>
              <a:ext uri="{FF2B5EF4-FFF2-40B4-BE49-F238E27FC236}">
                <a16:creationId xmlns:a16="http://schemas.microsoft.com/office/drawing/2014/main" id="{6E91ECCA-5082-4C3B-A1BD-69E8AD1983D5}"/>
              </a:ext>
            </a:extLst>
          </p:cNvPr>
          <p:cNvSpPr/>
          <p:nvPr/>
        </p:nvSpPr>
        <p:spPr>
          <a:xfrm>
            <a:off x="9659630" y="1587717"/>
            <a:ext cx="2376000" cy="135039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A70F24AE-2F5F-4197-B3D7-AF36B3C6AB07}"/>
              </a:ext>
            </a:extLst>
          </p:cNvPr>
          <p:cNvSpPr txBox="1"/>
          <p:nvPr/>
        </p:nvSpPr>
        <p:spPr>
          <a:xfrm>
            <a:off x="9877301" y="1941106"/>
            <a:ext cx="1945732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ML Librairies (Black Box) :</a:t>
            </a:r>
          </a:p>
          <a:p>
            <a:pPr marL="0" indent="0">
              <a:buNone/>
            </a:pPr>
            <a:r>
              <a:rPr lang="fr-MA" dirty="0" err="1"/>
              <a:t>sklearn</a:t>
            </a:r>
            <a:r>
              <a:rPr lang="fr-MA" dirty="0"/>
              <a:t>, </a:t>
            </a:r>
            <a:r>
              <a:rPr lang="fr-MA" dirty="0" err="1"/>
              <a:t>Keras</a:t>
            </a:r>
            <a:r>
              <a:rPr lang="fr-MA" dirty="0"/>
              <a:t>, </a:t>
            </a:r>
            <a:r>
              <a:rPr lang="fr-MA" dirty="0" err="1"/>
              <a:t>PyTorch</a:t>
            </a:r>
            <a:r>
              <a:rPr lang="fr-MA" dirty="0"/>
              <a:t> ..</a:t>
            </a: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940C4F5E-C898-467A-BDAB-57D01C0CE8D2}"/>
              </a:ext>
            </a:extLst>
          </p:cNvPr>
          <p:cNvSpPr txBox="1"/>
          <p:nvPr/>
        </p:nvSpPr>
        <p:spPr>
          <a:xfrm>
            <a:off x="9860314" y="2454057"/>
            <a:ext cx="1993146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Math </a:t>
            </a:r>
            <a:r>
              <a:rPr lang="fr-MA" b="1" dirty="0" err="1"/>
              <a:t>Librairires</a:t>
            </a:r>
            <a:r>
              <a:rPr lang="fr-MA" b="1" dirty="0"/>
              <a:t>:</a:t>
            </a:r>
          </a:p>
          <a:p>
            <a:pPr marL="0" indent="0">
              <a:buNone/>
            </a:pPr>
            <a:r>
              <a:rPr lang="fr-MA" dirty="0" err="1"/>
              <a:t>NumpY</a:t>
            </a:r>
            <a:r>
              <a:rPr lang="fr-MA" dirty="0"/>
              <a:t>, </a:t>
            </a:r>
            <a:r>
              <a:rPr lang="fr-MA" dirty="0" err="1"/>
              <a:t>SciPy</a:t>
            </a:r>
            <a:r>
              <a:rPr lang="fr-MA" dirty="0"/>
              <a:t>…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6C0F9556-B4E6-4EC1-AE8F-CDD9B3F544D6}"/>
              </a:ext>
            </a:extLst>
          </p:cNvPr>
          <p:cNvSpPr txBox="1"/>
          <p:nvPr/>
        </p:nvSpPr>
        <p:spPr>
          <a:xfrm>
            <a:off x="9770621" y="1634933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librairies</a:t>
            </a:r>
          </a:p>
        </p:txBody>
      </p:sp>
      <p:sp>
        <p:nvSpPr>
          <p:cNvPr id="885" name="TextBox 884">
            <a:extLst>
              <a:ext uri="{FF2B5EF4-FFF2-40B4-BE49-F238E27FC236}">
                <a16:creationId xmlns:a16="http://schemas.microsoft.com/office/drawing/2014/main" id="{E3FE516E-507C-4D87-8241-84FDA5F330C3}"/>
              </a:ext>
            </a:extLst>
          </p:cNvPr>
          <p:cNvSpPr txBox="1"/>
          <p:nvPr/>
        </p:nvSpPr>
        <p:spPr>
          <a:xfrm>
            <a:off x="9712803" y="129386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Don’t start </a:t>
            </a:r>
            <a:r>
              <a:rPr lang="fr-MA" sz="1200" dirty="0" err="1"/>
              <a:t>with</a:t>
            </a:r>
            <a:r>
              <a:rPr lang="fr-MA" sz="1200" dirty="0"/>
              <a:t> </a:t>
            </a:r>
            <a:r>
              <a:rPr lang="fr-MA" sz="1200" dirty="0" err="1"/>
              <a:t>theory</a:t>
            </a:r>
            <a:endParaRPr lang="fr-MA" sz="1200" dirty="0"/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CBD442B9-2C90-4C22-BAA1-7E16F9FC558A}"/>
              </a:ext>
            </a:extLst>
          </p:cNvPr>
          <p:cNvSpPr txBox="1"/>
          <p:nvPr/>
        </p:nvSpPr>
        <p:spPr>
          <a:xfrm>
            <a:off x="9724319" y="1152101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Use a simple </a:t>
            </a:r>
            <a:r>
              <a:rPr lang="fr-MA" sz="1200" dirty="0" err="1"/>
              <a:t>dataset</a:t>
            </a:r>
            <a:endParaRPr lang="fr-MA" sz="1200" dirty="0"/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F1B72E8A-48B3-4733-9D9F-5E6D9ABBD3C1}"/>
              </a:ext>
            </a:extLst>
          </p:cNvPr>
          <p:cNvSpPr txBox="1"/>
          <p:nvPr/>
        </p:nvSpPr>
        <p:spPr>
          <a:xfrm>
            <a:off x="9724319" y="482751"/>
            <a:ext cx="2232000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100" dirty="0"/>
              <a:t>Begin </a:t>
            </a:r>
            <a:r>
              <a:rPr lang="fr-MA" sz="1100" dirty="0" err="1"/>
              <a:t>with</a:t>
            </a:r>
            <a:r>
              <a:rPr lang="fr-MA" sz="1100" dirty="0"/>
              <a:t> a simple </a:t>
            </a:r>
            <a:r>
              <a:rPr lang="fr-MA" sz="1100" dirty="0" err="1"/>
              <a:t>problem</a:t>
            </a:r>
            <a:endParaRPr lang="fr-MA" sz="1100" dirty="0"/>
          </a:p>
        </p:txBody>
      </p:sp>
      <p:sp>
        <p:nvSpPr>
          <p:cNvPr id="891" name="Rectangle: Rounded Corners 890">
            <a:extLst>
              <a:ext uri="{FF2B5EF4-FFF2-40B4-BE49-F238E27FC236}">
                <a16:creationId xmlns:a16="http://schemas.microsoft.com/office/drawing/2014/main" id="{A9C8833E-DDFB-4EE2-9CA1-3B302C3FA24B}"/>
              </a:ext>
            </a:extLst>
          </p:cNvPr>
          <p:cNvSpPr/>
          <p:nvPr/>
        </p:nvSpPr>
        <p:spPr>
          <a:xfrm>
            <a:off x="9429377" y="4753210"/>
            <a:ext cx="2304000" cy="1247236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63C38629-4C85-46B5-9165-DB94409AA1AE}"/>
              </a:ext>
            </a:extLst>
          </p:cNvPr>
          <p:cNvSpPr txBox="1"/>
          <p:nvPr/>
        </p:nvSpPr>
        <p:spPr>
          <a:xfrm>
            <a:off x="9739702" y="793385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Begin </a:t>
            </a:r>
            <a:r>
              <a:rPr lang="fr-MA" sz="1200" dirty="0" err="1"/>
              <a:t>with</a:t>
            </a:r>
            <a:r>
              <a:rPr lang="fr-MA" sz="1200" dirty="0"/>
              <a:t> a simple technique</a:t>
            </a:r>
          </a:p>
        </p:txBody>
      </p:sp>
      <p:sp>
        <p:nvSpPr>
          <p:cNvPr id="929" name="Oval 928">
            <a:extLst>
              <a:ext uri="{FF2B5EF4-FFF2-40B4-BE49-F238E27FC236}">
                <a16:creationId xmlns:a16="http://schemas.microsoft.com/office/drawing/2014/main" id="{DB45062A-FB6E-49E6-A393-8978B11E22DE}"/>
              </a:ext>
            </a:extLst>
          </p:cNvPr>
          <p:cNvSpPr/>
          <p:nvPr/>
        </p:nvSpPr>
        <p:spPr>
          <a:xfrm>
            <a:off x="1742560" y="3448284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CA811067-8AFE-4982-BDA1-FB5F5504C87F}"/>
              </a:ext>
            </a:extLst>
          </p:cNvPr>
          <p:cNvCxnSpPr>
            <a:cxnSpLocks/>
            <a:stCxn id="65" idx="3"/>
            <a:endCxn id="877" idx="2"/>
          </p:cNvCxnSpPr>
          <p:nvPr/>
        </p:nvCxnSpPr>
        <p:spPr>
          <a:xfrm flipV="1">
            <a:off x="10152160" y="2938107"/>
            <a:ext cx="695470" cy="388459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Arrow Connector 1015">
            <a:extLst>
              <a:ext uri="{FF2B5EF4-FFF2-40B4-BE49-F238E27FC236}">
                <a16:creationId xmlns:a16="http://schemas.microsoft.com/office/drawing/2014/main" id="{623F6DBC-1B83-4E87-929A-D77419341DDD}"/>
              </a:ext>
            </a:extLst>
          </p:cNvPr>
          <p:cNvCxnSpPr>
            <a:cxnSpLocks/>
            <a:stCxn id="65" idx="3"/>
            <a:endCxn id="891" idx="0"/>
          </p:cNvCxnSpPr>
          <p:nvPr/>
        </p:nvCxnSpPr>
        <p:spPr>
          <a:xfrm>
            <a:off x="10152160" y="3326566"/>
            <a:ext cx="429217" cy="142664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Arrow Connector 1018">
            <a:extLst>
              <a:ext uri="{FF2B5EF4-FFF2-40B4-BE49-F238E27FC236}">
                <a16:creationId xmlns:a16="http://schemas.microsoft.com/office/drawing/2014/main" id="{9C0F6F02-2A23-4420-BF82-F0EB06AAEA9E}"/>
              </a:ext>
            </a:extLst>
          </p:cNvPr>
          <p:cNvCxnSpPr>
            <a:cxnSpLocks/>
            <a:stCxn id="65" idx="3"/>
            <a:endCxn id="1025" idx="1"/>
          </p:cNvCxnSpPr>
          <p:nvPr/>
        </p:nvCxnSpPr>
        <p:spPr>
          <a:xfrm>
            <a:off x="10152160" y="3326566"/>
            <a:ext cx="403088" cy="64095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3" name="Picture 1022">
            <a:extLst>
              <a:ext uri="{FF2B5EF4-FFF2-40B4-BE49-F238E27FC236}">
                <a16:creationId xmlns:a16="http://schemas.microsoft.com/office/drawing/2014/main" id="{010D42F7-AF30-404E-8704-4232AADD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039" y="3619871"/>
            <a:ext cx="660600" cy="606085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EEC083E9-4EE0-4F0A-8B4A-07ADDF7E8B16}"/>
              </a:ext>
            </a:extLst>
          </p:cNvPr>
          <p:cNvSpPr txBox="1"/>
          <p:nvPr/>
        </p:nvSpPr>
        <p:spPr>
          <a:xfrm>
            <a:off x="10555248" y="3736688"/>
            <a:ext cx="818330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chemeClr val="bg1"/>
                </a:solidFill>
              </a:rPr>
              <a:t>who</a:t>
            </a:r>
            <a:r>
              <a:rPr lang="fr-MA" sz="1200" b="1" dirty="0">
                <a:solidFill>
                  <a:schemeClr val="bg1"/>
                </a:solidFill>
              </a:rPr>
              <a:t> are </a:t>
            </a:r>
            <a:r>
              <a:rPr lang="fr-MA" sz="1200" b="1" dirty="0" err="1">
                <a:solidFill>
                  <a:schemeClr val="bg1"/>
                </a:solidFill>
              </a:rPr>
              <a:t>you</a:t>
            </a:r>
            <a:r>
              <a:rPr lang="fr-MA" sz="12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9A0469B-D291-4D46-B81E-2DDF9066F263}"/>
              </a:ext>
            </a:extLst>
          </p:cNvPr>
          <p:cNvSpPr/>
          <p:nvPr/>
        </p:nvSpPr>
        <p:spPr>
          <a:xfrm>
            <a:off x="9645882" y="67017"/>
            <a:ext cx="2376000" cy="144000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316D7476-199A-4C6F-B562-81B5564E4976}"/>
              </a:ext>
            </a:extLst>
          </p:cNvPr>
          <p:cNvCxnSpPr>
            <a:cxnSpLocks/>
            <a:endCxn id="1034" idx="1"/>
          </p:cNvCxnSpPr>
          <p:nvPr/>
        </p:nvCxnSpPr>
        <p:spPr>
          <a:xfrm rot="5400000" flipH="1" flipV="1">
            <a:off x="8437824" y="1805106"/>
            <a:ext cx="2226147" cy="189970"/>
          </a:xfrm>
          <a:prstGeom prst="bentConnector2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Left Brace 1053">
            <a:extLst>
              <a:ext uri="{FF2B5EF4-FFF2-40B4-BE49-F238E27FC236}">
                <a16:creationId xmlns:a16="http://schemas.microsoft.com/office/drawing/2014/main" id="{AD7E8A35-66C0-47AC-9288-E9C2D2370D60}"/>
              </a:ext>
            </a:extLst>
          </p:cNvPr>
          <p:cNvSpPr/>
          <p:nvPr/>
        </p:nvSpPr>
        <p:spPr>
          <a:xfrm>
            <a:off x="6032090" y="961823"/>
            <a:ext cx="224586" cy="688812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57" name="Left Brace 1056">
            <a:extLst>
              <a:ext uri="{FF2B5EF4-FFF2-40B4-BE49-F238E27FC236}">
                <a16:creationId xmlns:a16="http://schemas.microsoft.com/office/drawing/2014/main" id="{0D010DC3-9A5E-4CC1-9B8D-6922B291B63E}"/>
              </a:ext>
            </a:extLst>
          </p:cNvPr>
          <p:cNvSpPr/>
          <p:nvPr/>
        </p:nvSpPr>
        <p:spPr>
          <a:xfrm>
            <a:off x="5942893" y="3706433"/>
            <a:ext cx="244921" cy="411920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60" name="Left Brace 1059">
            <a:extLst>
              <a:ext uri="{FF2B5EF4-FFF2-40B4-BE49-F238E27FC236}">
                <a16:creationId xmlns:a16="http://schemas.microsoft.com/office/drawing/2014/main" id="{AA47477B-A9EE-4277-8427-947C8152224F}"/>
              </a:ext>
            </a:extLst>
          </p:cNvPr>
          <p:cNvSpPr/>
          <p:nvPr/>
        </p:nvSpPr>
        <p:spPr>
          <a:xfrm>
            <a:off x="5802881" y="6073039"/>
            <a:ext cx="254781" cy="57600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028F9E8-5D41-4571-8B64-7616B480175C}"/>
              </a:ext>
            </a:extLst>
          </p:cNvPr>
          <p:cNvSpPr txBox="1"/>
          <p:nvPr/>
        </p:nvSpPr>
        <p:spPr>
          <a:xfrm>
            <a:off x="5633991" y="3201504"/>
            <a:ext cx="1352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MA" sz="800" b="0" i="0" dirty="0" err="1">
                <a:solidFill>
                  <a:srgbClr val="0081E2"/>
                </a:solidFill>
                <a:effectLst/>
                <a:latin typeface="Helvetica Neue"/>
              </a:rPr>
              <a:t>Binary</a:t>
            </a:r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Multi-Class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Multi-Label Classification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251B706-7451-4039-8AF7-2590053D3867}"/>
              </a:ext>
            </a:extLst>
          </p:cNvPr>
          <p:cNvSpPr txBox="1"/>
          <p:nvPr/>
        </p:nvSpPr>
        <p:spPr>
          <a:xfrm>
            <a:off x="5281042" y="4348108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40DE88A-8FC9-42CB-A48C-C94C571C2406}"/>
              </a:ext>
            </a:extLst>
          </p:cNvPr>
          <p:cNvSpPr txBox="1"/>
          <p:nvPr/>
        </p:nvSpPr>
        <p:spPr>
          <a:xfrm>
            <a:off x="6283171" y="4146873"/>
            <a:ext cx="1656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>
                <a:solidFill>
                  <a:srgbClr val="7030A0"/>
                </a:solidFill>
              </a:rPr>
              <a:t>Confusion Matrix</a:t>
            </a:r>
          </a:p>
          <a:p>
            <a:r>
              <a:rPr lang="fr-MA" sz="1100" dirty="0" err="1">
                <a:solidFill>
                  <a:srgbClr val="7030A0"/>
                </a:solidFill>
              </a:rPr>
              <a:t>Accuracy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Precision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Recall</a:t>
            </a:r>
            <a:r>
              <a:rPr lang="fr-MA" sz="1100" dirty="0">
                <a:solidFill>
                  <a:srgbClr val="7030A0"/>
                </a:solidFill>
              </a:rPr>
              <a:t> &amp; </a:t>
            </a:r>
            <a:r>
              <a:rPr lang="fr-MA" sz="1100" dirty="0" err="1">
                <a:solidFill>
                  <a:srgbClr val="7030A0"/>
                </a:solidFill>
              </a:rPr>
              <a:t>Specificity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>
                <a:solidFill>
                  <a:srgbClr val="7030A0"/>
                </a:solidFill>
              </a:rPr>
              <a:t>F1 Score</a:t>
            </a:r>
          </a:p>
        </p:txBody>
      </p:sp>
      <p:sp>
        <p:nvSpPr>
          <p:cNvPr id="157" name="Left Brace 156">
            <a:extLst>
              <a:ext uri="{FF2B5EF4-FFF2-40B4-BE49-F238E27FC236}">
                <a16:creationId xmlns:a16="http://schemas.microsoft.com/office/drawing/2014/main" id="{5E5EE262-6096-4001-9680-6125604823A8}"/>
              </a:ext>
            </a:extLst>
          </p:cNvPr>
          <p:cNvSpPr/>
          <p:nvPr/>
        </p:nvSpPr>
        <p:spPr>
          <a:xfrm>
            <a:off x="6094191" y="4248361"/>
            <a:ext cx="289684" cy="692878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82DEF63F-31E3-4F5E-9119-DFBFCFB12F78}"/>
              </a:ext>
            </a:extLst>
          </p:cNvPr>
          <p:cNvCxnSpPr>
            <a:cxnSpLocks/>
          </p:cNvCxnSpPr>
          <p:nvPr/>
        </p:nvCxnSpPr>
        <p:spPr>
          <a:xfrm>
            <a:off x="5507994" y="3588176"/>
            <a:ext cx="294035" cy="759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F2E94D28-FF19-460F-8525-17D1CBCF4B0C}"/>
              </a:ext>
            </a:extLst>
          </p:cNvPr>
          <p:cNvSpPr/>
          <p:nvPr/>
        </p:nvSpPr>
        <p:spPr>
          <a:xfrm>
            <a:off x="4445293" y="786589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BFC9212-7855-4CF2-AC9F-6BDA33397555}"/>
              </a:ext>
            </a:extLst>
          </p:cNvPr>
          <p:cNvSpPr/>
          <p:nvPr/>
        </p:nvSpPr>
        <p:spPr>
          <a:xfrm>
            <a:off x="4434464" y="3310743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4103518-5626-47D5-BD18-567F2F9D1871}"/>
              </a:ext>
            </a:extLst>
          </p:cNvPr>
          <p:cNvSpPr/>
          <p:nvPr/>
        </p:nvSpPr>
        <p:spPr>
          <a:xfrm>
            <a:off x="4403916" y="5551250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3</a:t>
            </a:r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84F55335-083F-4542-8181-DAB4CC1FDA79}"/>
              </a:ext>
            </a:extLst>
          </p:cNvPr>
          <p:cNvCxnSpPr>
            <a:cxnSpLocks/>
            <a:stCxn id="6" idx="0"/>
            <a:endCxn id="117" idx="2"/>
          </p:cNvCxnSpPr>
          <p:nvPr/>
        </p:nvCxnSpPr>
        <p:spPr>
          <a:xfrm rot="5400000" flipH="1" flipV="1">
            <a:off x="2887483" y="1678904"/>
            <a:ext cx="2293047" cy="8225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D5F719C-03EA-4448-B777-61EC5DCFB3AB}"/>
              </a:ext>
            </a:extLst>
          </p:cNvPr>
          <p:cNvSpPr txBox="1"/>
          <p:nvPr/>
        </p:nvSpPr>
        <p:spPr>
          <a:xfrm>
            <a:off x="4654830" y="1026019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34DE90BB-F25D-4F28-B288-50374BDCC5C7}"/>
              </a:ext>
            </a:extLst>
          </p:cNvPr>
          <p:cNvSpPr txBox="1"/>
          <p:nvPr/>
        </p:nvSpPr>
        <p:spPr>
          <a:xfrm>
            <a:off x="4562103" y="354505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8CB617C-DF4E-4BB8-AE83-EB592D5C91F9}"/>
              </a:ext>
            </a:extLst>
          </p:cNvPr>
          <p:cNvSpPr txBox="1"/>
          <p:nvPr/>
        </p:nvSpPr>
        <p:spPr>
          <a:xfrm>
            <a:off x="4452533" y="578934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Unsupervised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0530BB4-4709-41F1-A7CC-5A1F4722618B}"/>
              </a:ext>
            </a:extLst>
          </p:cNvPr>
          <p:cNvSpPr/>
          <p:nvPr/>
        </p:nvSpPr>
        <p:spPr>
          <a:xfrm>
            <a:off x="4485457" y="73580"/>
            <a:ext cx="4423418" cy="21479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5A12982-2906-4597-B7A6-5DA6AB1A7FE2}"/>
              </a:ext>
            </a:extLst>
          </p:cNvPr>
          <p:cNvSpPr/>
          <p:nvPr/>
        </p:nvSpPr>
        <p:spPr>
          <a:xfrm>
            <a:off x="4472912" y="2341544"/>
            <a:ext cx="4496175" cy="2787924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5426A28B-5893-47A0-AE99-7030EE8EBA23}"/>
              </a:ext>
            </a:extLst>
          </p:cNvPr>
          <p:cNvSpPr/>
          <p:nvPr/>
        </p:nvSpPr>
        <p:spPr>
          <a:xfrm>
            <a:off x="4396298" y="5204551"/>
            <a:ext cx="4528198" cy="158400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60F04FA3-53A9-4CB1-A652-06C0E6822D5B}"/>
              </a:ext>
            </a:extLst>
          </p:cNvPr>
          <p:cNvCxnSpPr>
            <a:cxnSpLocks/>
          </p:cNvCxnSpPr>
          <p:nvPr/>
        </p:nvCxnSpPr>
        <p:spPr>
          <a:xfrm>
            <a:off x="4143011" y="3467547"/>
            <a:ext cx="321933" cy="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DF8E65-28C8-8944-2032-C8D233D9FB2B}"/>
              </a:ext>
            </a:extLst>
          </p:cNvPr>
          <p:cNvSpPr txBox="1"/>
          <p:nvPr/>
        </p:nvSpPr>
        <p:spPr>
          <a:xfrm>
            <a:off x="4491013" y="-2096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8405E-0E3E-EDD1-1B67-8D4F38C7E828}"/>
              </a:ext>
            </a:extLst>
          </p:cNvPr>
          <p:cNvSpPr txBox="1"/>
          <p:nvPr/>
        </p:nvSpPr>
        <p:spPr>
          <a:xfrm>
            <a:off x="4474405" y="2315195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2BA70-0FCF-65A4-F108-1ACFCEA161BE}"/>
              </a:ext>
            </a:extLst>
          </p:cNvPr>
          <p:cNvSpPr txBox="1"/>
          <p:nvPr/>
        </p:nvSpPr>
        <p:spPr>
          <a:xfrm>
            <a:off x="4368235" y="5088447"/>
            <a:ext cx="1957007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unsupervised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45AC8E-E3BC-0668-DD01-C1955FA6318B}"/>
              </a:ext>
            </a:extLst>
          </p:cNvPr>
          <p:cNvSpPr txBox="1"/>
          <p:nvPr/>
        </p:nvSpPr>
        <p:spPr>
          <a:xfrm>
            <a:off x="10079107" y="5785386"/>
            <a:ext cx="137591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Calculus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Linear</a:t>
            </a:r>
            <a:r>
              <a:rPr lang="fr-MA" sz="1200" dirty="0"/>
              <a:t> </a:t>
            </a:r>
            <a:r>
              <a:rPr lang="fr-MA" sz="1200" dirty="0" err="1"/>
              <a:t>Algebra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Statictics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probability</a:t>
            </a:r>
            <a:endParaRPr lang="fr-MA" sz="1200" dirty="0"/>
          </a:p>
        </p:txBody>
      </p:sp>
    </p:spTree>
    <p:extLst>
      <p:ext uri="{BB962C8B-B14F-4D97-AF65-F5344CB8AC3E}">
        <p14:creationId xmlns:p14="http://schemas.microsoft.com/office/powerpoint/2010/main" val="393540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17" grpId="0" animBg="1"/>
      <p:bldP spid="21" grpId="0"/>
      <p:bldP spid="23" grpId="0" animBg="1"/>
      <p:bldP spid="65" grpId="0" animBg="1"/>
      <p:bldP spid="266" grpId="0" animBg="1"/>
      <p:bldP spid="278" grpId="0"/>
      <p:bldP spid="309" grpId="0" animBg="1"/>
      <p:bldP spid="323" grpId="0"/>
      <p:bldP spid="591" grpId="0" animBg="1"/>
      <p:bldP spid="599" grpId="0"/>
      <p:bldP spid="605" grpId="0"/>
      <p:bldP spid="618" grpId="0"/>
      <p:bldP spid="628" grpId="0" animBg="1"/>
      <p:bldP spid="630" grpId="0" animBg="1"/>
      <p:bldP spid="654" grpId="0" animBg="1"/>
      <p:bldP spid="660" grpId="0" animBg="1"/>
      <p:bldP spid="666" grpId="0" animBg="1"/>
      <p:bldP spid="684" grpId="0" animBg="1"/>
      <p:bldP spid="700" grpId="0" animBg="1"/>
      <p:bldP spid="877" grpId="0" animBg="1"/>
      <p:bldP spid="879" grpId="0" animBg="1"/>
      <p:bldP spid="881" grpId="0" animBg="1"/>
      <p:bldP spid="883" grpId="0" animBg="1"/>
      <p:bldP spid="885" grpId="0" animBg="1"/>
      <p:bldP spid="887" grpId="0" animBg="1"/>
      <p:bldP spid="889" grpId="0" animBg="1"/>
      <p:bldP spid="891" grpId="0" animBg="1"/>
      <p:bldP spid="907" grpId="0" animBg="1"/>
      <p:bldP spid="929" grpId="0" animBg="1"/>
      <p:bldP spid="1025" grpId="0" animBg="1"/>
      <p:bldP spid="1034" grpId="0" animBg="1"/>
      <p:bldP spid="1054" grpId="0" animBg="1"/>
      <p:bldP spid="1057" grpId="0" animBg="1"/>
      <p:bldP spid="1060" grpId="0" animBg="1"/>
      <p:bldP spid="164" grpId="0"/>
      <p:bldP spid="154" grpId="0"/>
      <p:bldP spid="155" grpId="0"/>
      <p:bldP spid="157" grpId="0" animBg="1"/>
      <p:bldP spid="117" grpId="0" animBg="1"/>
      <p:bldP spid="245" grpId="0" animBg="1"/>
      <p:bldP spid="246" grpId="0" animBg="1"/>
      <p:bldP spid="138" grpId="0"/>
      <p:bldP spid="275" grpId="0"/>
      <p:bldP spid="276" grpId="0"/>
      <p:bldP spid="149" grpId="0" animBg="1"/>
      <p:bldP spid="303" grpId="0" animBg="1"/>
      <p:bldP spid="314" grpId="0" animBg="1"/>
      <p:bldP spid="19" grpId="0" animBg="1"/>
      <p:bldP spid="22" grpId="0" animBg="1"/>
      <p:bldP spid="45" grpId="0" animBg="1"/>
      <p:bldP spid="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B6231-F05C-3E63-F122-9B14A58AC4B3}"/>
              </a:ext>
            </a:extLst>
          </p:cNvPr>
          <p:cNvSpPr/>
          <p:nvPr/>
        </p:nvSpPr>
        <p:spPr>
          <a:xfrm>
            <a:off x="960120" y="1328797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65F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CFC5F-0C40-A867-D3F9-08F9249818D9}"/>
              </a:ext>
            </a:extLst>
          </p:cNvPr>
          <p:cNvSpPr/>
          <p:nvPr/>
        </p:nvSpPr>
        <p:spPr>
          <a:xfrm>
            <a:off x="960120" y="3733800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E0CF6-2361-E8BD-AAED-218D113AF58D}"/>
              </a:ext>
            </a:extLst>
          </p:cNvPr>
          <p:cNvSpPr txBox="1"/>
          <p:nvPr/>
        </p:nvSpPr>
        <p:spPr>
          <a:xfrm>
            <a:off x="1508760" y="1471791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1.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92D60-0FC5-3945-0653-B3F8286CFCCC}"/>
              </a:ext>
            </a:extLst>
          </p:cNvPr>
          <p:cNvSpPr txBox="1"/>
          <p:nvPr/>
        </p:nvSpPr>
        <p:spPr>
          <a:xfrm>
            <a:off x="1508760" y="3876794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2.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0B3A60-9046-95E3-E9F2-2352E498D7D1}"/>
              </a:ext>
            </a:extLst>
          </p:cNvPr>
          <p:cNvSpPr/>
          <p:nvPr/>
        </p:nvSpPr>
        <p:spPr>
          <a:xfrm>
            <a:off x="4145280" y="251206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97E4C-0AEE-51EE-814C-74DD5CC6F71C}"/>
              </a:ext>
            </a:extLst>
          </p:cNvPr>
          <p:cNvSpPr txBox="1"/>
          <p:nvPr/>
        </p:nvSpPr>
        <p:spPr>
          <a:xfrm>
            <a:off x="4160520" y="2542194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2.1 </a:t>
            </a:r>
            <a:r>
              <a:rPr lang="fr-MA" dirty="0" err="1">
                <a:solidFill>
                  <a:srgbClr val="FF3300"/>
                </a:solidFill>
              </a:rPr>
              <a:t>Initialize</a:t>
            </a:r>
            <a:r>
              <a:rPr lang="fr-MA" dirty="0">
                <a:solidFill>
                  <a:srgbClr val="FF3300"/>
                </a:solidFill>
              </a:rPr>
              <a:t> the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9EAF4-9DF4-FC27-6636-9A96C479E439}"/>
              </a:ext>
            </a:extLst>
          </p:cNvPr>
          <p:cNvSpPr/>
          <p:nvPr/>
        </p:nvSpPr>
        <p:spPr>
          <a:xfrm>
            <a:off x="7597140" y="2484120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FD4E3-6E4E-BF72-A35A-7E30B4C79C72}"/>
              </a:ext>
            </a:extLst>
          </p:cNvPr>
          <p:cNvSpPr txBox="1"/>
          <p:nvPr/>
        </p:nvSpPr>
        <p:spPr>
          <a:xfrm>
            <a:off x="7741920" y="2498050"/>
            <a:ext cx="193548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2.2.1 </a:t>
            </a:r>
            <a:r>
              <a:rPr lang="fr-MA" dirty="0" err="1">
                <a:solidFill>
                  <a:schemeClr val="bg1"/>
                </a:solidFill>
              </a:rPr>
              <a:t>Predict</a:t>
            </a:r>
            <a:endParaRPr lang="fr-MA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B326B-9620-C058-9979-95738E95BAAB}"/>
              </a:ext>
            </a:extLst>
          </p:cNvPr>
          <p:cNvSpPr/>
          <p:nvPr/>
        </p:nvSpPr>
        <p:spPr>
          <a:xfrm>
            <a:off x="4145280" y="3050680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C64D0-89AF-28CC-517E-5333B5B26862}"/>
              </a:ext>
            </a:extLst>
          </p:cNvPr>
          <p:cNvSpPr/>
          <p:nvPr/>
        </p:nvSpPr>
        <p:spPr>
          <a:xfrm>
            <a:off x="4145280" y="412635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5827E-F447-3856-8185-BC242882B1DA}"/>
              </a:ext>
            </a:extLst>
          </p:cNvPr>
          <p:cNvSpPr txBox="1"/>
          <p:nvPr/>
        </p:nvSpPr>
        <p:spPr>
          <a:xfrm>
            <a:off x="4175760" y="3097768"/>
            <a:ext cx="254898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2.2 Train the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9BC81-2FBA-4D6E-2FCF-03A0D9CEFB1D}"/>
              </a:ext>
            </a:extLst>
          </p:cNvPr>
          <p:cNvSpPr txBox="1"/>
          <p:nvPr/>
        </p:nvSpPr>
        <p:spPr>
          <a:xfrm>
            <a:off x="4160520" y="4137660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2.4 </a:t>
            </a:r>
            <a:r>
              <a:rPr lang="fr-MA" dirty="0" err="1">
                <a:solidFill>
                  <a:srgbClr val="0070C0"/>
                </a:solidFill>
              </a:rPr>
              <a:t>Evaluate</a:t>
            </a:r>
            <a:r>
              <a:rPr lang="fr-MA" dirty="0">
                <a:solidFill>
                  <a:srgbClr val="0070C0"/>
                </a:solidFill>
              </a:rPr>
              <a:t> the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F96A0-C8A1-3AC0-008D-C9416F69E929}"/>
              </a:ext>
            </a:extLst>
          </p:cNvPr>
          <p:cNvSpPr/>
          <p:nvPr/>
        </p:nvSpPr>
        <p:spPr>
          <a:xfrm>
            <a:off x="7597140" y="3037046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4A8600-2DBF-F94A-424C-94F5CB863A2D}"/>
              </a:ext>
            </a:extLst>
          </p:cNvPr>
          <p:cNvSpPr/>
          <p:nvPr/>
        </p:nvSpPr>
        <p:spPr>
          <a:xfrm>
            <a:off x="7597140" y="3589972"/>
            <a:ext cx="2849880" cy="369332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5AA1A9-B1D8-205E-E09D-8C679C243E49}"/>
              </a:ext>
            </a:extLst>
          </p:cNvPr>
          <p:cNvSpPr txBox="1"/>
          <p:nvPr/>
        </p:nvSpPr>
        <p:spPr>
          <a:xfrm>
            <a:off x="7726680" y="3084790"/>
            <a:ext cx="242316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2.2.2  </a:t>
            </a:r>
            <a:r>
              <a:rPr lang="fr-MA" dirty="0" err="1">
                <a:solidFill>
                  <a:schemeClr val="bg1"/>
                </a:solidFill>
              </a:rPr>
              <a:t>calculate</a:t>
            </a:r>
            <a:r>
              <a:rPr lang="fr-MA" dirty="0">
                <a:solidFill>
                  <a:schemeClr val="bg1"/>
                </a:solidFill>
              </a:rPr>
              <a:t> MSE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94A7F-5FF7-C685-176C-E879C614AC77}"/>
              </a:ext>
            </a:extLst>
          </p:cNvPr>
          <p:cNvSpPr txBox="1"/>
          <p:nvPr/>
        </p:nvSpPr>
        <p:spPr>
          <a:xfrm>
            <a:off x="7711440" y="3606522"/>
            <a:ext cx="264414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2.2.3 Update </a:t>
            </a:r>
            <a:r>
              <a:rPr lang="fr-MA" dirty="0" err="1">
                <a:solidFill>
                  <a:schemeClr val="bg1"/>
                </a:solidFill>
              </a:rPr>
              <a:t>parameters</a:t>
            </a:r>
            <a:endParaRPr lang="fr-MA" dirty="0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5A1AB4-4B75-EB4F-87E0-3E7A5025E6E1}"/>
              </a:ext>
            </a:extLst>
          </p:cNvPr>
          <p:cNvCxnSpPr/>
          <p:nvPr/>
        </p:nvCxnSpPr>
        <p:spPr>
          <a:xfrm>
            <a:off x="2004060" y="1996916"/>
            <a:ext cx="0" cy="1764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A2F0220-D565-6D05-1DF0-554DE4B5284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3048000" y="2726860"/>
            <a:ext cx="1112520" cy="1334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0D4EBE4-546E-716B-35A4-0C7905058A85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3048000" y="4061460"/>
            <a:ext cx="1112520" cy="260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59844F-D35F-22CD-AB74-5D1B521B7F49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6888480" y="2700120"/>
            <a:ext cx="708660" cy="568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39E0668-D4EB-7560-47B0-58C1F16C60D9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6888480" y="3268981"/>
            <a:ext cx="708660" cy="505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D6B378-55F6-4B27-FA37-EBC55901CA57}"/>
              </a:ext>
            </a:extLst>
          </p:cNvPr>
          <p:cNvCxnSpPr/>
          <p:nvPr/>
        </p:nvCxnSpPr>
        <p:spPr>
          <a:xfrm>
            <a:off x="6880860" y="3268286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F9EF4F-A4B6-661D-22B3-A1F6F6E967A6}"/>
              </a:ext>
            </a:extLst>
          </p:cNvPr>
          <p:cNvSpPr/>
          <p:nvPr/>
        </p:nvSpPr>
        <p:spPr>
          <a:xfrm>
            <a:off x="4175760" y="4649987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C83042-2253-DBBB-9359-D0A3911BD204}"/>
              </a:ext>
            </a:extLst>
          </p:cNvPr>
          <p:cNvSpPr txBox="1"/>
          <p:nvPr/>
        </p:nvSpPr>
        <p:spPr>
          <a:xfrm>
            <a:off x="4191000" y="4661296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2.5 Use the model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B295C93-E65B-427D-B28A-02E0371F031A}"/>
              </a:ext>
            </a:extLst>
          </p:cNvPr>
          <p:cNvCxnSpPr>
            <a:cxnSpLocks/>
            <a:stCxn id="3" idx="3"/>
            <a:endCxn id="49" idx="1"/>
          </p:cNvCxnSpPr>
          <p:nvPr/>
        </p:nvCxnSpPr>
        <p:spPr>
          <a:xfrm>
            <a:off x="3048000" y="4061460"/>
            <a:ext cx="1127760" cy="8068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1C25264-0FCD-D47E-F228-6C11F9BE8B53}"/>
              </a:ext>
            </a:extLst>
          </p:cNvPr>
          <p:cNvSpPr/>
          <p:nvPr/>
        </p:nvSpPr>
        <p:spPr>
          <a:xfrm>
            <a:off x="4130040" y="840364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B9678E-C4D1-40F1-299F-770943AB1FD2}"/>
              </a:ext>
            </a:extLst>
          </p:cNvPr>
          <p:cNvSpPr txBox="1"/>
          <p:nvPr/>
        </p:nvSpPr>
        <p:spPr>
          <a:xfrm>
            <a:off x="4145280" y="869811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1.1 </a:t>
            </a:r>
            <a:r>
              <a:rPr lang="fr-MA" dirty="0" err="1">
                <a:solidFill>
                  <a:srgbClr val="FF3300"/>
                </a:solidFill>
              </a:rPr>
              <a:t>Prepare</a:t>
            </a:r>
            <a:r>
              <a:rPr lang="fr-MA" dirty="0">
                <a:solidFill>
                  <a:srgbClr val="FF3300"/>
                </a:solidFill>
              </a:rPr>
              <a:t> 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8EE6E4-7A97-B9BB-3313-14E95D76A390}"/>
              </a:ext>
            </a:extLst>
          </p:cNvPr>
          <p:cNvSpPr/>
          <p:nvPr/>
        </p:nvSpPr>
        <p:spPr>
          <a:xfrm>
            <a:off x="4130040" y="1875412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0B769C-9B79-8807-182C-32B57F2FE729}"/>
              </a:ext>
            </a:extLst>
          </p:cNvPr>
          <p:cNvSpPr txBox="1"/>
          <p:nvPr/>
        </p:nvSpPr>
        <p:spPr>
          <a:xfrm>
            <a:off x="4145280" y="1904859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1.3 Split Data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6F5BC54-111E-9DBA-DC02-3F72675119D0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 flipV="1">
            <a:off x="3048000" y="1054477"/>
            <a:ext cx="1097280" cy="601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966F7FA-2720-6078-6DB8-0B2772DEC167}"/>
              </a:ext>
            </a:extLst>
          </p:cNvPr>
          <p:cNvCxnSpPr>
            <a:cxnSpLocks/>
            <a:stCxn id="2" idx="3"/>
            <a:endCxn id="58" idx="1"/>
          </p:cNvCxnSpPr>
          <p:nvPr/>
        </p:nvCxnSpPr>
        <p:spPr>
          <a:xfrm>
            <a:off x="3048000" y="1656457"/>
            <a:ext cx="1082040" cy="4372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FB11F1A-DD07-1C5E-A168-F342C4A49892}"/>
              </a:ext>
            </a:extLst>
          </p:cNvPr>
          <p:cNvSpPr/>
          <p:nvPr/>
        </p:nvSpPr>
        <p:spPr>
          <a:xfrm>
            <a:off x="4130040" y="1356978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F2DC7E-B1DA-4832-00F6-895581854A46}"/>
              </a:ext>
            </a:extLst>
          </p:cNvPr>
          <p:cNvSpPr txBox="1"/>
          <p:nvPr/>
        </p:nvSpPr>
        <p:spPr>
          <a:xfrm>
            <a:off x="4145280" y="1386425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1.2 </a:t>
            </a:r>
            <a:r>
              <a:rPr lang="fr-MA" dirty="0" err="1">
                <a:solidFill>
                  <a:srgbClr val="0070C0"/>
                </a:solidFill>
              </a:rPr>
              <a:t>Visualize</a:t>
            </a:r>
            <a:r>
              <a:rPr lang="fr-MA" dirty="0">
                <a:solidFill>
                  <a:srgbClr val="0070C0"/>
                </a:solidFill>
              </a:rPr>
              <a:t> Data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779116-C488-56E5-5C46-728DD43A1FF3}"/>
              </a:ext>
            </a:extLst>
          </p:cNvPr>
          <p:cNvSpPr/>
          <p:nvPr/>
        </p:nvSpPr>
        <p:spPr>
          <a:xfrm>
            <a:off x="4160520" y="3624739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16DB19-88C3-45AC-CD3C-9C5E1C507B9F}"/>
              </a:ext>
            </a:extLst>
          </p:cNvPr>
          <p:cNvSpPr txBox="1"/>
          <p:nvPr/>
        </p:nvSpPr>
        <p:spPr>
          <a:xfrm>
            <a:off x="4175760" y="3636048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2.3 </a:t>
            </a:r>
            <a:r>
              <a:rPr lang="fr-MA" dirty="0" err="1">
                <a:solidFill>
                  <a:srgbClr val="0070C0"/>
                </a:solidFill>
              </a:rPr>
              <a:t>Get</a:t>
            </a:r>
            <a:r>
              <a:rPr lang="fr-MA" dirty="0">
                <a:solidFill>
                  <a:srgbClr val="0070C0"/>
                </a:solidFill>
              </a:rPr>
              <a:t> </a:t>
            </a:r>
            <a:r>
              <a:rPr lang="fr-MA" dirty="0" err="1">
                <a:solidFill>
                  <a:srgbClr val="0070C0"/>
                </a:solidFill>
              </a:rPr>
              <a:t>detail</a:t>
            </a:r>
            <a:r>
              <a:rPr lang="fr-MA" dirty="0">
                <a:solidFill>
                  <a:srgbClr val="0070C0"/>
                </a:solidFill>
              </a:rPr>
              <a:t> model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D0591FA-46A6-FC99-425F-57822936D211}"/>
              </a:ext>
            </a:extLst>
          </p:cNvPr>
          <p:cNvCxnSpPr>
            <a:cxnSpLocks/>
            <a:stCxn id="3" idx="3"/>
            <a:endCxn id="72" idx="1"/>
          </p:cNvCxnSpPr>
          <p:nvPr/>
        </p:nvCxnSpPr>
        <p:spPr>
          <a:xfrm flipV="1">
            <a:off x="3048000" y="3820714"/>
            <a:ext cx="1127760" cy="240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C5EA075-6955-EAE1-D9DC-851E83B648F7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048000" y="3282434"/>
            <a:ext cx="1127760" cy="779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D850CEA6-8E76-F5D5-302F-19CCE862BE56}"/>
              </a:ext>
            </a:extLst>
          </p:cNvPr>
          <p:cNvCxnSpPr>
            <a:cxnSpLocks/>
            <a:stCxn id="2" idx="3"/>
            <a:endCxn id="69" idx="1"/>
          </p:cNvCxnSpPr>
          <p:nvPr/>
        </p:nvCxnSpPr>
        <p:spPr>
          <a:xfrm flipV="1">
            <a:off x="3048000" y="1571091"/>
            <a:ext cx="1097280" cy="85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9A9DDC-1DE2-3C90-262D-AC5D66AFFF20}"/>
              </a:ext>
            </a:extLst>
          </p:cNvPr>
          <p:cNvSpPr txBox="1"/>
          <p:nvPr/>
        </p:nvSpPr>
        <p:spPr>
          <a:xfrm>
            <a:off x="0" y="0"/>
            <a:ext cx="493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Machine Learning</a:t>
            </a:r>
          </a:p>
          <a:p>
            <a:r>
              <a: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Les éléments + étapes</a:t>
            </a:r>
          </a:p>
        </p:txBody>
      </p:sp>
    </p:spTree>
    <p:extLst>
      <p:ext uri="{BB962C8B-B14F-4D97-AF65-F5344CB8AC3E}">
        <p14:creationId xmlns:p14="http://schemas.microsoft.com/office/powerpoint/2010/main" val="314669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255596" y="2805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/>
              <a:t>Biological</a:t>
            </a:r>
            <a:r>
              <a:rPr lang="fr-FR" sz="3200" b="1" dirty="0"/>
              <a:t> </a:t>
            </a:r>
            <a:r>
              <a:rPr lang="fr-FR" sz="3200" b="1" dirty="0" err="1"/>
              <a:t>Neuron</a:t>
            </a:r>
            <a:endParaRPr lang="fr-FR" sz="32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0" y="714565"/>
            <a:ext cx="12192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Un </a:t>
            </a:r>
            <a:r>
              <a:rPr lang="en-US" sz="2000" b="1" dirty="0" err="1"/>
              <a:t>humain</a:t>
            </a:r>
            <a:r>
              <a:rPr lang="en-US" sz="2000" b="1" dirty="0"/>
              <a:t> a des billions de neurons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b="1" dirty="0"/>
              <a:t>Les neurones sont des cellules nerveuses interconnectées dans le cerveau humain qui participent au </a:t>
            </a:r>
            <a:r>
              <a:rPr lang="fr-FR" sz="2000" b="1" dirty="0">
                <a:solidFill>
                  <a:srgbClr val="FF0000"/>
                </a:solidFill>
              </a:rPr>
              <a:t>traitement</a:t>
            </a:r>
            <a:r>
              <a:rPr lang="fr-FR" sz="2000" b="1" dirty="0"/>
              <a:t> et à la </a:t>
            </a:r>
            <a:r>
              <a:rPr lang="fr-FR" sz="2000" b="1" dirty="0">
                <a:solidFill>
                  <a:srgbClr val="FF0000"/>
                </a:solidFill>
              </a:rPr>
              <a:t>transmission</a:t>
            </a:r>
            <a:r>
              <a:rPr lang="fr-FR" sz="2000" b="1" dirty="0"/>
              <a:t> de signaux chimiques et électriques.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b="1" dirty="0"/>
              <a:t>Les dendrites sont des branches qui reçoivent </a:t>
            </a:r>
            <a:r>
              <a:rPr lang="fr-FR" sz="2000" b="1" dirty="0">
                <a:solidFill>
                  <a:srgbClr val="0070C0"/>
                </a:solidFill>
              </a:rPr>
              <a:t>(in)</a:t>
            </a:r>
            <a:r>
              <a:rPr lang="fr-FR" sz="2000" b="1" dirty="0"/>
              <a:t> des informations d'autres neurones.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b="1" dirty="0"/>
              <a:t>Le noyau cellulaire ou Soma </a:t>
            </a:r>
            <a:r>
              <a:rPr lang="fr-FR" sz="2000" b="1" dirty="0">
                <a:solidFill>
                  <a:srgbClr val="0070C0"/>
                </a:solidFill>
              </a:rPr>
              <a:t>traite</a:t>
            </a:r>
            <a:r>
              <a:rPr lang="fr-FR" sz="2000" b="1" dirty="0"/>
              <a:t> les informations reçues des dendrites.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b="1" dirty="0" err="1"/>
              <a:t>Axon</a:t>
            </a:r>
            <a:r>
              <a:rPr lang="fr-FR" sz="2000" b="1" dirty="0"/>
              <a:t> est un câble utilisé par les neurones pour envoyer des informations </a:t>
            </a:r>
            <a:r>
              <a:rPr lang="fr-FR" sz="2000" b="1" dirty="0">
                <a:solidFill>
                  <a:srgbClr val="0070C0"/>
                </a:solidFill>
              </a:rPr>
              <a:t>(out)</a:t>
            </a:r>
            <a:r>
              <a:rPr lang="fr-FR" sz="2000" b="1" dirty="0"/>
              <a:t>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b="1" dirty="0"/>
              <a:t>La synapse est la connexion entre un axone et d'autres dendrites neuronales.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877" y="3806975"/>
            <a:ext cx="5133204" cy="184693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956" y="4230790"/>
            <a:ext cx="1746816" cy="1377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D61758-A1DF-4546-861C-31FAFA4F3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3" y="4536584"/>
            <a:ext cx="714375" cy="704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E8F853-DECC-4BCF-AE71-9E91D22C7CE6}"/>
              </a:ext>
            </a:extLst>
          </p:cNvPr>
          <p:cNvSpPr txBox="1"/>
          <p:nvPr/>
        </p:nvSpPr>
        <p:spPr>
          <a:xfrm>
            <a:off x="4341095" y="4643383"/>
            <a:ext cx="568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0070C0"/>
                </a:solidFill>
              </a:rPr>
              <a:t>7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46E13-C0ED-4D4F-A99F-76841E98DB73}"/>
              </a:ext>
            </a:extLst>
          </p:cNvPr>
          <p:cNvCxnSpPr/>
          <p:nvPr/>
        </p:nvCxnSpPr>
        <p:spPr>
          <a:xfrm>
            <a:off x="1205148" y="488900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8443B6-B8E6-407E-8F7D-C2C83FC6AEA0}"/>
              </a:ext>
            </a:extLst>
          </p:cNvPr>
          <p:cNvCxnSpPr/>
          <p:nvPr/>
        </p:nvCxnSpPr>
        <p:spPr>
          <a:xfrm>
            <a:off x="3657095" y="488900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E85777-0484-48C8-892C-7B2DB0F51D57}"/>
              </a:ext>
            </a:extLst>
          </p:cNvPr>
          <p:cNvSpPr txBox="1"/>
          <p:nvPr/>
        </p:nvSpPr>
        <p:spPr>
          <a:xfrm>
            <a:off x="323133" y="4230790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</p:spTree>
    <p:extLst>
      <p:ext uri="{BB962C8B-B14F-4D97-AF65-F5344CB8AC3E}">
        <p14:creationId xmlns:p14="http://schemas.microsoft.com/office/powerpoint/2010/main" val="341517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>
            <a:extLst>
              <a:ext uri="{FF2B5EF4-FFF2-40B4-BE49-F238E27FC236}">
                <a16:creationId xmlns:a16="http://schemas.microsoft.com/office/drawing/2014/main" id="{937B6C48-BDE5-4B1E-96F9-8FC06FC6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76" y="1091350"/>
            <a:ext cx="1746816" cy="1377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B12CEB-0E4A-4357-9AF2-D1CA241E9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93" y="1397144"/>
            <a:ext cx="714375" cy="704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2598F-E6E9-4A67-9715-E0D6AD401914}"/>
              </a:ext>
            </a:extLst>
          </p:cNvPr>
          <p:cNvSpPr txBox="1"/>
          <p:nvPr/>
        </p:nvSpPr>
        <p:spPr>
          <a:xfrm>
            <a:off x="6977615" y="1503943"/>
            <a:ext cx="568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0070C0"/>
                </a:solidFill>
              </a:rPr>
              <a:t>7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E5C839-5A8E-4E26-8B65-81E52C2983F5}"/>
              </a:ext>
            </a:extLst>
          </p:cNvPr>
          <p:cNvCxnSpPr/>
          <p:nvPr/>
        </p:nvCxnSpPr>
        <p:spPr>
          <a:xfrm>
            <a:off x="3841668" y="174956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C42BC8-8CB1-401C-98B8-065127934B5E}"/>
              </a:ext>
            </a:extLst>
          </p:cNvPr>
          <p:cNvCxnSpPr/>
          <p:nvPr/>
        </p:nvCxnSpPr>
        <p:spPr>
          <a:xfrm>
            <a:off x="6293615" y="174956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DED00D-E420-4F33-B3B3-7824F616421D}"/>
              </a:ext>
            </a:extLst>
          </p:cNvPr>
          <p:cNvSpPr txBox="1"/>
          <p:nvPr/>
        </p:nvSpPr>
        <p:spPr>
          <a:xfrm>
            <a:off x="2959653" y="1091350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BE84AE-CB2E-448D-A3F8-C6405419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001" y="4373101"/>
            <a:ext cx="714375" cy="7048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C56C1A-F9AC-4430-B0D7-77CA01D1B61D}"/>
              </a:ext>
            </a:extLst>
          </p:cNvPr>
          <p:cNvSpPr txBox="1"/>
          <p:nvPr/>
        </p:nvSpPr>
        <p:spPr>
          <a:xfrm>
            <a:off x="7143323" y="4479900"/>
            <a:ext cx="568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0070C0"/>
                </a:solidFill>
              </a:rPr>
              <a:t>7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3A3A8-26C4-46C3-9F98-7291EC42FDAB}"/>
              </a:ext>
            </a:extLst>
          </p:cNvPr>
          <p:cNvCxnSpPr/>
          <p:nvPr/>
        </p:nvCxnSpPr>
        <p:spPr>
          <a:xfrm>
            <a:off x="4007376" y="4725526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C7EBB5-ED2C-47FA-9DC7-348C51978A6D}"/>
              </a:ext>
            </a:extLst>
          </p:cNvPr>
          <p:cNvCxnSpPr/>
          <p:nvPr/>
        </p:nvCxnSpPr>
        <p:spPr>
          <a:xfrm>
            <a:off x="6459323" y="4725526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02B32D-D107-4CD7-921C-C4C1E6190EB5}"/>
              </a:ext>
            </a:extLst>
          </p:cNvPr>
          <p:cNvSpPr txBox="1"/>
          <p:nvPr/>
        </p:nvSpPr>
        <p:spPr>
          <a:xfrm>
            <a:off x="3125361" y="4067307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68A71-2B55-471B-A952-43F3715BD04D}"/>
              </a:ext>
            </a:extLst>
          </p:cNvPr>
          <p:cNvSpPr/>
          <p:nvPr/>
        </p:nvSpPr>
        <p:spPr>
          <a:xfrm>
            <a:off x="4691376" y="3886200"/>
            <a:ext cx="1767947" cy="1834661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rgbClr val="FF0000"/>
                </a:solidFill>
              </a:rPr>
              <a:t>NN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E3D9F-4917-4F0C-A43C-5AC12A582AE2}"/>
              </a:ext>
            </a:extLst>
          </p:cNvPr>
          <p:cNvSpPr txBox="1"/>
          <p:nvPr/>
        </p:nvSpPr>
        <p:spPr>
          <a:xfrm>
            <a:off x="7909560" y="139714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Human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A90F3-A148-4D13-B5E3-EED93A132CC5}"/>
              </a:ext>
            </a:extLst>
          </p:cNvPr>
          <p:cNvSpPr txBox="1"/>
          <p:nvPr/>
        </p:nvSpPr>
        <p:spPr>
          <a:xfrm>
            <a:off x="7909560" y="3682450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263510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Picture 420">
            <a:extLst>
              <a:ext uri="{FF2B5EF4-FFF2-40B4-BE49-F238E27FC236}">
                <a16:creationId xmlns:a16="http://schemas.microsoft.com/office/drawing/2014/main" id="{36CAB1B6-11E9-449F-98EF-EDFE58DC6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1" y="2667107"/>
            <a:ext cx="714375" cy="704850"/>
          </a:xfrm>
          <a:prstGeom prst="rect">
            <a:avLst/>
          </a:prstGeom>
        </p:spPr>
      </p:pic>
      <p:sp>
        <p:nvSpPr>
          <p:cNvPr id="422" name="TextBox 421">
            <a:extLst>
              <a:ext uri="{FF2B5EF4-FFF2-40B4-BE49-F238E27FC236}">
                <a16:creationId xmlns:a16="http://schemas.microsoft.com/office/drawing/2014/main" id="{D09BC199-2CD5-4F3F-BC5E-E9479C939D86}"/>
              </a:ext>
            </a:extLst>
          </p:cNvPr>
          <p:cNvSpPr txBox="1"/>
          <p:nvPr/>
        </p:nvSpPr>
        <p:spPr>
          <a:xfrm>
            <a:off x="-75679" y="2361313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4D64B60-8B5F-414C-86DE-2971829546A9}"/>
              </a:ext>
            </a:extLst>
          </p:cNvPr>
          <p:cNvSpPr/>
          <p:nvPr/>
        </p:nvSpPr>
        <p:spPr>
          <a:xfrm>
            <a:off x="981992" y="250391"/>
            <a:ext cx="10228016" cy="6526261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b="1" dirty="0">
              <a:solidFill>
                <a:srgbClr val="FF0000"/>
              </a:solidFill>
            </a:endParaRPr>
          </a:p>
        </p:txBody>
      </p:sp>
      <p:sp>
        <p:nvSpPr>
          <p:cNvPr id="163" name="Ellipse 8">
            <a:extLst>
              <a:ext uri="{FF2B5EF4-FFF2-40B4-BE49-F238E27FC236}">
                <a16:creationId xmlns:a16="http://schemas.microsoft.com/office/drawing/2014/main" id="{1679E4C7-4A1E-4DD3-9630-9C2AF2F22BD9}"/>
              </a:ext>
            </a:extLst>
          </p:cNvPr>
          <p:cNvSpPr/>
          <p:nvPr/>
        </p:nvSpPr>
        <p:spPr>
          <a:xfrm>
            <a:off x="10092096" y="1297957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Ellipse 9">
            <a:extLst>
              <a:ext uri="{FF2B5EF4-FFF2-40B4-BE49-F238E27FC236}">
                <a16:creationId xmlns:a16="http://schemas.microsoft.com/office/drawing/2014/main" id="{B4EC7102-48CF-4DD9-8F2F-CA992D4756EC}"/>
              </a:ext>
            </a:extLst>
          </p:cNvPr>
          <p:cNvSpPr/>
          <p:nvPr/>
        </p:nvSpPr>
        <p:spPr>
          <a:xfrm>
            <a:off x="10092096" y="1955391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3" name="Ellipse 10">
            <a:extLst>
              <a:ext uri="{FF2B5EF4-FFF2-40B4-BE49-F238E27FC236}">
                <a16:creationId xmlns:a16="http://schemas.microsoft.com/office/drawing/2014/main" id="{4BBA1EE4-2E36-4094-863E-9FD94FABA4E4}"/>
              </a:ext>
            </a:extLst>
          </p:cNvPr>
          <p:cNvSpPr/>
          <p:nvPr/>
        </p:nvSpPr>
        <p:spPr>
          <a:xfrm>
            <a:off x="10092096" y="2571101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Ellipse 11">
            <a:extLst>
              <a:ext uri="{FF2B5EF4-FFF2-40B4-BE49-F238E27FC236}">
                <a16:creationId xmlns:a16="http://schemas.microsoft.com/office/drawing/2014/main" id="{53D413BE-9B9D-4885-A611-3408DE936C0F}"/>
              </a:ext>
            </a:extLst>
          </p:cNvPr>
          <p:cNvSpPr/>
          <p:nvPr/>
        </p:nvSpPr>
        <p:spPr>
          <a:xfrm>
            <a:off x="10092096" y="3117079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Ellipse 12">
            <a:extLst>
              <a:ext uri="{FF2B5EF4-FFF2-40B4-BE49-F238E27FC236}">
                <a16:creationId xmlns:a16="http://schemas.microsoft.com/office/drawing/2014/main" id="{D0AEAB3E-740D-45FE-9FA0-2189895CA82B}"/>
              </a:ext>
            </a:extLst>
          </p:cNvPr>
          <p:cNvSpPr/>
          <p:nvPr/>
        </p:nvSpPr>
        <p:spPr>
          <a:xfrm>
            <a:off x="10093393" y="3705219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Ellipse 13">
            <a:extLst>
              <a:ext uri="{FF2B5EF4-FFF2-40B4-BE49-F238E27FC236}">
                <a16:creationId xmlns:a16="http://schemas.microsoft.com/office/drawing/2014/main" id="{5FA52D5D-446F-4923-B48F-C65CCA9CDD2A}"/>
              </a:ext>
            </a:extLst>
          </p:cNvPr>
          <p:cNvSpPr/>
          <p:nvPr/>
        </p:nvSpPr>
        <p:spPr>
          <a:xfrm>
            <a:off x="10092096" y="4253546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Ellipse 14">
            <a:extLst>
              <a:ext uri="{FF2B5EF4-FFF2-40B4-BE49-F238E27FC236}">
                <a16:creationId xmlns:a16="http://schemas.microsoft.com/office/drawing/2014/main" id="{BE52CC11-86D3-4B55-B48B-6258FE3BFF37}"/>
              </a:ext>
            </a:extLst>
          </p:cNvPr>
          <p:cNvSpPr/>
          <p:nvPr/>
        </p:nvSpPr>
        <p:spPr>
          <a:xfrm>
            <a:off x="10092367" y="4795586"/>
            <a:ext cx="216000" cy="21600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Ellipse 15">
            <a:extLst>
              <a:ext uri="{FF2B5EF4-FFF2-40B4-BE49-F238E27FC236}">
                <a16:creationId xmlns:a16="http://schemas.microsoft.com/office/drawing/2014/main" id="{1E072F4F-64EB-4F81-9FFE-F84303D7ACBC}"/>
              </a:ext>
            </a:extLst>
          </p:cNvPr>
          <p:cNvSpPr/>
          <p:nvPr/>
        </p:nvSpPr>
        <p:spPr>
          <a:xfrm>
            <a:off x="10092096" y="5470736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Ellipse 16">
            <a:extLst>
              <a:ext uri="{FF2B5EF4-FFF2-40B4-BE49-F238E27FC236}">
                <a16:creationId xmlns:a16="http://schemas.microsoft.com/office/drawing/2014/main" id="{932638E0-4CA8-4C81-BFA5-0F1F85E29606}"/>
              </a:ext>
            </a:extLst>
          </p:cNvPr>
          <p:cNvSpPr/>
          <p:nvPr/>
        </p:nvSpPr>
        <p:spPr>
          <a:xfrm>
            <a:off x="10092096" y="651531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Ellipse 17">
            <a:extLst>
              <a:ext uri="{FF2B5EF4-FFF2-40B4-BE49-F238E27FC236}">
                <a16:creationId xmlns:a16="http://schemas.microsoft.com/office/drawing/2014/main" id="{2218056F-161A-4EDB-AA75-F8794F972D57}"/>
              </a:ext>
            </a:extLst>
          </p:cNvPr>
          <p:cNvSpPr/>
          <p:nvPr/>
        </p:nvSpPr>
        <p:spPr>
          <a:xfrm>
            <a:off x="10092096" y="6057936"/>
            <a:ext cx="216000" cy="216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0873DAE5-A523-4BE3-897E-0983C2C44493}"/>
              </a:ext>
            </a:extLst>
          </p:cNvPr>
          <p:cNvSpPr txBox="1"/>
          <p:nvPr/>
        </p:nvSpPr>
        <p:spPr>
          <a:xfrm>
            <a:off x="10416001" y="545941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0</a:t>
            </a:r>
          </a:p>
        </p:txBody>
      </p:sp>
      <p:sp>
        <p:nvSpPr>
          <p:cNvPr id="194" name="ZoneTexte 19">
            <a:extLst>
              <a:ext uri="{FF2B5EF4-FFF2-40B4-BE49-F238E27FC236}">
                <a16:creationId xmlns:a16="http://schemas.microsoft.com/office/drawing/2014/main" id="{292FAA26-9EF3-4B2B-AFCC-B0FE60B89213}"/>
              </a:ext>
            </a:extLst>
          </p:cNvPr>
          <p:cNvSpPr txBox="1"/>
          <p:nvPr/>
        </p:nvSpPr>
        <p:spPr>
          <a:xfrm>
            <a:off x="10385521" y="1227361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195" name="ZoneTexte 20">
            <a:extLst>
              <a:ext uri="{FF2B5EF4-FFF2-40B4-BE49-F238E27FC236}">
                <a16:creationId xmlns:a16="http://schemas.microsoft.com/office/drawing/2014/main" id="{791EFD42-C332-4509-BE0C-E972A1F3C902}"/>
              </a:ext>
            </a:extLst>
          </p:cNvPr>
          <p:cNvSpPr txBox="1"/>
          <p:nvPr/>
        </p:nvSpPr>
        <p:spPr>
          <a:xfrm>
            <a:off x="10402406" y="1878878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</a:t>
            </a:r>
          </a:p>
        </p:txBody>
      </p:sp>
      <p:sp>
        <p:nvSpPr>
          <p:cNvPr id="197" name="ZoneTexte 21">
            <a:extLst>
              <a:ext uri="{FF2B5EF4-FFF2-40B4-BE49-F238E27FC236}">
                <a16:creationId xmlns:a16="http://schemas.microsoft.com/office/drawing/2014/main" id="{15FD7FEC-7AE8-4A27-82A5-00A93BD440E6}"/>
              </a:ext>
            </a:extLst>
          </p:cNvPr>
          <p:cNvSpPr txBox="1"/>
          <p:nvPr/>
        </p:nvSpPr>
        <p:spPr>
          <a:xfrm>
            <a:off x="10418004" y="2495563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3</a:t>
            </a:r>
          </a:p>
        </p:txBody>
      </p:sp>
      <p:sp>
        <p:nvSpPr>
          <p:cNvPr id="198" name="ZoneTexte 22">
            <a:extLst>
              <a:ext uri="{FF2B5EF4-FFF2-40B4-BE49-F238E27FC236}">
                <a16:creationId xmlns:a16="http://schemas.microsoft.com/office/drawing/2014/main" id="{73429683-33BB-43EE-A67E-8316161C3457}"/>
              </a:ext>
            </a:extLst>
          </p:cNvPr>
          <p:cNvSpPr txBox="1"/>
          <p:nvPr/>
        </p:nvSpPr>
        <p:spPr>
          <a:xfrm>
            <a:off x="10425866" y="3019532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4</a:t>
            </a:r>
          </a:p>
        </p:txBody>
      </p:sp>
      <p:sp>
        <p:nvSpPr>
          <p:cNvPr id="200" name="ZoneTexte 23">
            <a:extLst>
              <a:ext uri="{FF2B5EF4-FFF2-40B4-BE49-F238E27FC236}">
                <a16:creationId xmlns:a16="http://schemas.microsoft.com/office/drawing/2014/main" id="{AA96143F-EC7A-4655-96EC-02537D7393E9}"/>
              </a:ext>
            </a:extLst>
          </p:cNvPr>
          <p:cNvSpPr txBox="1"/>
          <p:nvPr/>
        </p:nvSpPr>
        <p:spPr>
          <a:xfrm>
            <a:off x="10434038" y="3636292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5</a:t>
            </a:r>
          </a:p>
        </p:txBody>
      </p:sp>
      <p:sp>
        <p:nvSpPr>
          <p:cNvPr id="201" name="ZoneTexte 24">
            <a:extLst>
              <a:ext uri="{FF2B5EF4-FFF2-40B4-BE49-F238E27FC236}">
                <a16:creationId xmlns:a16="http://schemas.microsoft.com/office/drawing/2014/main" id="{78413FFD-C543-4108-89AF-C34565E847F4}"/>
              </a:ext>
            </a:extLst>
          </p:cNvPr>
          <p:cNvSpPr txBox="1"/>
          <p:nvPr/>
        </p:nvSpPr>
        <p:spPr>
          <a:xfrm>
            <a:off x="10420933" y="4163849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6</a:t>
            </a:r>
          </a:p>
        </p:txBody>
      </p:sp>
      <p:sp>
        <p:nvSpPr>
          <p:cNvPr id="203" name="ZoneTexte 25">
            <a:extLst>
              <a:ext uri="{FF2B5EF4-FFF2-40B4-BE49-F238E27FC236}">
                <a16:creationId xmlns:a16="http://schemas.microsoft.com/office/drawing/2014/main" id="{0EBF27A6-5EFD-47A5-AC22-2DE756F7DC0A}"/>
              </a:ext>
            </a:extLst>
          </p:cNvPr>
          <p:cNvSpPr txBox="1"/>
          <p:nvPr/>
        </p:nvSpPr>
        <p:spPr>
          <a:xfrm>
            <a:off x="10436241" y="4736648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7</a:t>
            </a:r>
          </a:p>
        </p:txBody>
      </p:sp>
      <p:sp>
        <p:nvSpPr>
          <p:cNvPr id="204" name="ZoneTexte 26">
            <a:extLst>
              <a:ext uri="{FF2B5EF4-FFF2-40B4-BE49-F238E27FC236}">
                <a16:creationId xmlns:a16="http://schemas.microsoft.com/office/drawing/2014/main" id="{032AFAB6-5824-45ED-BCFF-C88488A35955}"/>
              </a:ext>
            </a:extLst>
          </p:cNvPr>
          <p:cNvSpPr txBox="1"/>
          <p:nvPr/>
        </p:nvSpPr>
        <p:spPr>
          <a:xfrm>
            <a:off x="10425866" y="5367665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8</a:t>
            </a:r>
          </a:p>
        </p:txBody>
      </p:sp>
      <p:sp>
        <p:nvSpPr>
          <p:cNvPr id="206" name="ZoneTexte 27">
            <a:extLst>
              <a:ext uri="{FF2B5EF4-FFF2-40B4-BE49-F238E27FC236}">
                <a16:creationId xmlns:a16="http://schemas.microsoft.com/office/drawing/2014/main" id="{F7811AD3-2A8B-4E5F-92FF-58A0FA8DD2B0}"/>
              </a:ext>
            </a:extLst>
          </p:cNvPr>
          <p:cNvSpPr txBox="1"/>
          <p:nvPr/>
        </p:nvSpPr>
        <p:spPr>
          <a:xfrm>
            <a:off x="10437419" y="5981270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9</a:t>
            </a:r>
          </a:p>
        </p:txBody>
      </p:sp>
      <p:cxnSp>
        <p:nvCxnSpPr>
          <p:cNvPr id="207" name="Connecteur droit 47">
            <a:extLst>
              <a:ext uri="{FF2B5EF4-FFF2-40B4-BE49-F238E27FC236}">
                <a16:creationId xmlns:a16="http://schemas.microsoft.com/office/drawing/2014/main" id="{EFE9E7A2-3888-41E7-BEF6-4A369C54C995}"/>
              </a:ext>
            </a:extLst>
          </p:cNvPr>
          <p:cNvCxnSpPr>
            <a:cxnSpLocks/>
            <a:stCxn id="224" idx="6"/>
            <a:endCxn id="189" idx="2"/>
          </p:cNvCxnSpPr>
          <p:nvPr/>
        </p:nvCxnSpPr>
        <p:spPr>
          <a:xfrm>
            <a:off x="8016001" y="975532"/>
            <a:ext cx="2076366" cy="392805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Ellipse 58">
            <a:extLst>
              <a:ext uri="{FF2B5EF4-FFF2-40B4-BE49-F238E27FC236}">
                <a16:creationId xmlns:a16="http://schemas.microsoft.com/office/drawing/2014/main" id="{599AA5AB-6AFD-4B18-8289-490504CBEB1E}"/>
              </a:ext>
            </a:extLst>
          </p:cNvPr>
          <p:cNvSpPr/>
          <p:nvPr/>
        </p:nvSpPr>
        <p:spPr>
          <a:xfrm>
            <a:off x="2130445" y="5786572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0" name="Ellipse 59">
            <a:extLst>
              <a:ext uri="{FF2B5EF4-FFF2-40B4-BE49-F238E27FC236}">
                <a16:creationId xmlns:a16="http://schemas.microsoft.com/office/drawing/2014/main" id="{C9D2C7C7-DDA7-4B9E-ACA1-5BF661F1BD6F}"/>
              </a:ext>
            </a:extLst>
          </p:cNvPr>
          <p:cNvSpPr/>
          <p:nvPr/>
        </p:nvSpPr>
        <p:spPr>
          <a:xfrm>
            <a:off x="2130445" y="6093486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2" name="Ellipse 60">
            <a:extLst>
              <a:ext uri="{FF2B5EF4-FFF2-40B4-BE49-F238E27FC236}">
                <a16:creationId xmlns:a16="http://schemas.microsoft.com/office/drawing/2014/main" id="{28FA54BC-6316-489F-9D92-BE39D05C8CE2}"/>
              </a:ext>
            </a:extLst>
          </p:cNvPr>
          <p:cNvSpPr/>
          <p:nvPr/>
        </p:nvSpPr>
        <p:spPr>
          <a:xfrm>
            <a:off x="2130445" y="6378795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3" name="Ellipse 61">
            <a:extLst>
              <a:ext uri="{FF2B5EF4-FFF2-40B4-BE49-F238E27FC236}">
                <a16:creationId xmlns:a16="http://schemas.microsoft.com/office/drawing/2014/main" id="{A8043F10-615F-4D6F-8BED-6B278BA46B26}"/>
              </a:ext>
            </a:extLst>
          </p:cNvPr>
          <p:cNvSpPr/>
          <p:nvPr/>
        </p:nvSpPr>
        <p:spPr>
          <a:xfrm>
            <a:off x="2114432" y="929025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5" name="Ellipse 62">
            <a:extLst>
              <a:ext uri="{FF2B5EF4-FFF2-40B4-BE49-F238E27FC236}">
                <a16:creationId xmlns:a16="http://schemas.microsoft.com/office/drawing/2014/main" id="{93922E3A-1F28-4D8B-A47A-0AF2E2A2F5EE}"/>
              </a:ext>
            </a:extLst>
          </p:cNvPr>
          <p:cNvSpPr/>
          <p:nvPr/>
        </p:nvSpPr>
        <p:spPr>
          <a:xfrm>
            <a:off x="2114432" y="1235939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6" name="Ellipse 63">
            <a:extLst>
              <a:ext uri="{FF2B5EF4-FFF2-40B4-BE49-F238E27FC236}">
                <a16:creationId xmlns:a16="http://schemas.microsoft.com/office/drawing/2014/main" id="{1FD41947-23DA-4C50-8EFB-BCAEEBAEE24C}"/>
              </a:ext>
            </a:extLst>
          </p:cNvPr>
          <p:cNvSpPr/>
          <p:nvPr/>
        </p:nvSpPr>
        <p:spPr>
          <a:xfrm>
            <a:off x="2114432" y="1521258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8" name="Ellipse 64">
            <a:extLst>
              <a:ext uri="{FF2B5EF4-FFF2-40B4-BE49-F238E27FC236}">
                <a16:creationId xmlns:a16="http://schemas.microsoft.com/office/drawing/2014/main" id="{A3DB63EB-5872-415C-88F5-DA74693C3B5C}"/>
              </a:ext>
            </a:extLst>
          </p:cNvPr>
          <p:cNvSpPr/>
          <p:nvPr/>
        </p:nvSpPr>
        <p:spPr>
          <a:xfrm>
            <a:off x="2114432" y="1828172"/>
            <a:ext cx="216000" cy="216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9" name="ZoneTexte 65">
            <a:extLst>
              <a:ext uri="{FF2B5EF4-FFF2-40B4-BE49-F238E27FC236}">
                <a16:creationId xmlns:a16="http://schemas.microsoft.com/office/drawing/2014/main" id="{109B0A16-4439-46A8-B4AF-BA4ED7E6F808}"/>
              </a:ext>
            </a:extLst>
          </p:cNvPr>
          <p:cNvSpPr txBox="1"/>
          <p:nvPr/>
        </p:nvSpPr>
        <p:spPr>
          <a:xfrm>
            <a:off x="2095089" y="3252458"/>
            <a:ext cx="313899" cy="5397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</p:txBody>
      </p:sp>
      <p:sp>
        <p:nvSpPr>
          <p:cNvPr id="221" name="Accolade ouvrante 66">
            <a:extLst>
              <a:ext uri="{FF2B5EF4-FFF2-40B4-BE49-F238E27FC236}">
                <a16:creationId xmlns:a16="http://schemas.microsoft.com/office/drawing/2014/main" id="{048F79D3-28F2-4575-AEFA-A1E72333C708}"/>
              </a:ext>
            </a:extLst>
          </p:cNvPr>
          <p:cNvSpPr/>
          <p:nvPr/>
        </p:nvSpPr>
        <p:spPr>
          <a:xfrm>
            <a:off x="1734663" y="929025"/>
            <a:ext cx="235781" cy="56657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2" name="ZoneTexte 67">
            <a:extLst>
              <a:ext uri="{FF2B5EF4-FFF2-40B4-BE49-F238E27FC236}">
                <a16:creationId xmlns:a16="http://schemas.microsoft.com/office/drawing/2014/main" id="{D4548E56-0610-421F-98FF-86FE1BB96CAF}"/>
              </a:ext>
            </a:extLst>
          </p:cNvPr>
          <p:cNvSpPr txBox="1"/>
          <p:nvPr/>
        </p:nvSpPr>
        <p:spPr>
          <a:xfrm>
            <a:off x="1244122" y="1828172"/>
            <a:ext cx="667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784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E340D796-BECE-48F7-956D-4D69BC484C60}"/>
              </a:ext>
            </a:extLst>
          </p:cNvPr>
          <p:cNvSpPr/>
          <p:nvPr/>
        </p:nvSpPr>
        <p:spPr>
          <a:xfrm>
            <a:off x="7620001" y="867532"/>
            <a:ext cx="396000" cy="216000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CCA7F1B-5ACF-48EA-8189-F5BEDAC0D421}"/>
              </a:ext>
            </a:extLst>
          </p:cNvPr>
          <p:cNvSpPr/>
          <p:nvPr/>
        </p:nvSpPr>
        <p:spPr>
          <a:xfrm>
            <a:off x="7683687" y="1386416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F2FD634E-6A8C-45C0-8B27-6CE416FBBB5B}"/>
              </a:ext>
            </a:extLst>
          </p:cNvPr>
          <p:cNvSpPr/>
          <p:nvPr/>
        </p:nvSpPr>
        <p:spPr>
          <a:xfrm>
            <a:off x="7697282" y="170229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C96CF6C7-83C3-41B6-AA46-36DFFBC57BC2}"/>
              </a:ext>
            </a:extLst>
          </p:cNvPr>
          <p:cNvSpPr/>
          <p:nvPr/>
        </p:nvSpPr>
        <p:spPr>
          <a:xfrm>
            <a:off x="7696201" y="2055652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54CE41D-C159-4754-A03C-3DAB0FB29165}"/>
              </a:ext>
            </a:extLst>
          </p:cNvPr>
          <p:cNvSpPr/>
          <p:nvPr/>
        </p:nvSpPr>
        <p:spPr>
          <a:xfrm>
            <a:off x="7681080" y="240910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EA033596-6595-467B-AC37-91C4292F5D89}"/>
              </a:ext>
            </a:extLst>
          </p:cNvPr>
          <p:cNvSpPr/>
          <p:nvPr/>
        </p:nvSpPr>
        <p:spPr>
          <a:xfrm>
            <a:off x="7683806" y="2745104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6D698620-B87E-4126-9538-E0B29E296852}"/>
              </a:ext>
            </a:extLst>
          </p:cNvPr>
          <p:cNvSpPr/>
          <p:nvPr/>
        </p:nvSpPr>
        <p:spPr>
          <a:xfrm>
            <a:off x="7697401" y="3060979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A844065B-852C-49A6-964E-2B163ED51FE1}"/>
              </a:ext>
            </a:extLst>
          </p:cNvPr>
          <p:cNvSpPr/>
          <p:nvPr/>
        </p:nvSpPr>
        <p:spPr>
          <a:xfrm>
            <a:off x="7696320" y="341434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436E7677-4CB9-45E8-961F-FCAD6136E39B}"/>
              </a:ext>
            </a:extLst>
          </p:cNvPr>
          <p:cNvSpPr/>
          <p:nvPr/>
        </p:nvSpPr>
        <p:spPr>
          <a:xfrm>
            <a:off x="7698268" y="3810493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5F521C2C-A175-4CA3-8E92-984AFDA391FD}"/>
              </a:ext>
            </a:extLst>
          </p:cNvPr>
          <p:cNvSpPr/>
          <p:nvPr/>
        </p:nvSpPr>
        <p:spPr>
          <a:xfrm>
            <a:off x="7700994" y="4146497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0C36E47-D5CC-4FE7-840D-584B022692CF}"/>
              </a:ext>
            </a:extLst>
          </p:cNvPr>
          <p:cNvSpPr/>
          <p:nvPr/>
        </p:nvSpPr>
        <p:spPr>
          <a:xfrm>
            <a:off x="7714589" y="4462372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F6594697-57F2-4021-882B-0F990348C2C7}"/>
              </a:ext>
            </a:extLst>
          </p:cNvPr>
          <p:cNvSpPr/>
          <p:nvPr/>
        </p:nvSpPr>
        <p:spPr>
          <a:xfrm>
            <a:off x="7713508" y="4815733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47D3D9E1-5B2E-4AB6-8E12-FCAD4C3FF41C}"/>
              </a:ext>
            </a:extLst>
          </p:cNvPr>
          <p:cNvSpPr/>
          <p:nvPr/>
        </p:nvSpPr>
        <p:spPr>
          <a:xfrm>
            <a:off x="7698387" y="516918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A9385C27-DD97-4B16-9EF1-B3DBE8B8B29F}"/>
              </a:ext>
            </a:extLst>
          </p:cNvPr>
          <p:cNvSpPr/>
          <p:nvPr/>
        </p:nvSpPr>
        <p:spPr>
          <a:xfrm>
            <a:off x="7701113" y="5505185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82192C9-09C8-4510-95E8-5E120B28F6DF}"/>
              </a:ext>
            </a:extLst>
          </p:cNvPr>
          <p:cNvSpPr/>
          <p:nvPr/>
        </p:nvSpPr>
        <p:spPr>
          <a:xfrm>
            <a:off x="7714708" y="582106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1C2A9561-AA03-4325-9421-C1EAC8DEB41C}"/>
              </a:ext>
            </a:extLst>
          </p:cNvPr>
          <p:cNvSpPr/>
          <p:nvPr/>
        </p:nvSpPr>
        <p:spPr>
          <a:xfrm>
            <a:off x="7713627" y="617442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49" name="Connecteur droit 53">
            <a:extLst>
              <a:ext uri="{FF2B5EF4-FFF2-40B4-BE49-F238E27FC236}">
                <a16:creationId xmlns:a16="http://schemas.microsoft.com/office/drawing/2014/main" id="{1BFEC265-B303-47A9-A6AC-2CF8ADF76647}"/>
              </a:ext>
            </a:extLst>
          </p:cNvPr>
          <p:cNvCxnSpPr>
            <a:cxnSpLocks/>
            <a:stCxn id="225" idx="6"/>
            <a:endCxn id="189" idx="2"/>
          </p:cNvCxnSpPr>
          <p:nvPr/>
        </p:nvCxnSpPr>
        <p:spPr>
          <a:xfrm>
            <a:off x="8079687" y="1494416"/>
            <a:ext cx="2012680" cy="3409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53">
            <a:extLst>
              <a:ext uri="{FF2B5EF4-FFF2-40B4-BE49-F238E27FC236}">
                <a16:creationId xmlns:a16="http://schemas.microsoft.com/office/drawing/2014/main" id="{79C6ACB8-1573-422B-9FD5-57900748B59A}"/>
              </a:ext>
            </a:extLst>
          </p:cNvPr>
          <p:cNvCxnSpPr>
            <a:cxnSpLocks/>
            <a:stCxn id="227" idx="6"/>
            <a:endCxn id="189" idx="2"/>
          </p:cNvCxnSpPr>
          <p:nvPr/>
        </p:nvCxnSpPr>
        <p:spPr>
          <a:xfrm>
            <a:off x="8093282" y="1810291"/>
            <a:ext cx="1999085" cy="3093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eur droit 53">
            <a:extLst>
              <a:ext uri="{FF2B5EF4-FFF2-40B4-BE49-F238E27FC236}">
                <a16:creationId xmlns:a16="http://schemas.microsoft.com/office/drawing/2014/main" id="{1D4F551A-1125-4104-B8EE-39693B39042E}"/>
              </a:ext>
            </a:extLst>
          </p:cNvPr>
          <p:cNvCxnSpPr>
            <a:cxnSpLocks/>
            <a:stCxn id="228" idx="6"/>
            <a:endCxn id="189" idx="2"/>
          </p:cNvCxnSpPr>
          <p:nvPr/>
        </p:nvCxnSpPr>
        <p:spPr>
          <a:xfrm>
            <a:off x="8092201" y="2163652"/>
            <a:ext cx="2000166" cy="2739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53">
            <a:extLst>
              <a:ext uri="{FF2B5EF4-FFF2-40B4-BE49-F238E27FC236}">
                <a16:creationId xmlns:a16="http://schemas.microsoft.com/office/drawing/2014/main" id="{101423FA-56B4-40F2-8257-DBD79AEC959E}"/>
              </a:ext>
            </a:extLst>
          </p:cNvPr>
          <p:cNvCxnSpPr>
            <a:cxnSpLocks/>
            <a:stCxn id="230" idx="6"/>
            <a:endCxn id="189" idx="2"/>
          </p:cNvCxnSpPr>
          <p:nvPr/>
        </p:nvCxnSpPr>
        <p:spPr>
          <a:xfrm>
            <a:off x="8077080" y="2517100"/>
            <a:ext cx="2015287" cy="2386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53">
            <a:extLst>
              <a:ext uri="{FF2B5EF4-FFF2-40B4-BE49-F238E27FC236}">
                <a16:creationId xmlns:a16="http://schemas.microsoft.com/office/drawing/2014/main" id="{BB091C01-69CC-45AA-A703-273FCFEA7FE0}"/>
              </a:ext>
            </a:extLst>
          </p:cNvPr>
          <p:cNvCxnSpPr>
            <a:cxnSpLocks/>
            <a:stCxn id="231" idx="6"/>
            <a:endCxn id="189" idx="2"/>
          </p:cNvCxnSpPr>
          <p:nvPr/>
        </p:nvCxnSpPr>
        <p:spPr>
          <a:xfrm>
            <a:off x="8079806" y="2853104"/>
            <a:ext cx="2012561" cy="2050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53">
            <a:extLst>
              <a:ext uri="{FF2B5EF4-FFF2-40B4-BE49-F238E27FC236}">
                <a16:creationId xmlns:a16="http://schemas.microsoft.com/office/drawing/2014/main" id="{997DB964-4D04-4935-801B-45B70A3A382C}"/>
              </a:ext>
            </a:extLst>
          </p:cNvPr>
          <p:cNvCxnSpPr>
            <a:cxnSpLocks/>
            <a:stCxn id="233" idx="6"/>
            <a:endCxn id="189" idx="2"/>
          </p:cNvCxnSpPr>
          <p:nvPr/>
        </p:nvCxnSpPr>
        <p:spPr>
          <a:xfrm>
            <a:off x="8093401" y="3168979"/>
            <a:ext cx="1998966" cy="1734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53">
            <a:extLst>
              <a:ext uri="{FF2B5EF4-FFF2-40B4-BE49-F238E27FC236}">
                <a16:creationId xmlns:a16="http://schemas.microsoft.com/office/drawing/2014/main" id="{BDF3964C-7B4D-4726-94EE-F4210393E17E}"/>
              </a:ext>
            </a:extLst>
          </p:cNvPr>
          <p:cNvCxnSpPr>
            <a:cxnSpLocks/>
            <a:stCxn id="234" idx="6"/>
            <a:endCxn id="189" idx="2"/>
          </p:cNvCxnSpPr>
          <p:nvPr/>
        </p:nvCxnSpPr>
        <p:spPr>
          <a:xfrm>
            <a:off x="8092320" y="3522340"/>
            <a:ext cx="2000047" cy="1381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53">
            <a:extLst>
              <a:ext uri="{FF2B5EF4-FFF2-40B4-BE49-F238E27FC236}">
                <a16:creationId xmlns:a16="http://schemas.microsoft.com/office/drawing/2014/main" id="{1BB692F0-2317-45DE-9192-DCA082E74DC0}"/>
              </a:ext>
            </a:extLst>
          </p:cNvPr>
          <p:cNvCxnSpPr>
            <a:cxnSpLocks/>
            <a:stCxn id="236" idx="6"/>
            <a:endCxn id="189" idx="2"/>
          </p:cNvCxnSpPr>
          <p:nvPr/>
        </p:nvCxnSpPr>
        <p:spPr>
          <a:xfrm>
            <a:off x="8094268" y="3918493"/>
            <a:ext cx="1998099" cy="985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53">
            <a:extLst>
              <a:ext uri="{FF2B5EF4-FFF2-40B4-BE49-F238E27FC236}">
                <a16:creationId xmlns:a16="http://schemas.microsoft.com/office/drawing/2014/main" id="{B1C350BD-E20A-4645-BF92-206529F96F44}"/>
              </a:ext>
            </a:extLst>
          </p:cNvPr>
          <p:cNvCxnSpPr>
            <a:cxnSpLocks/>
            <a:stCxn id="238" idx="6"/>
            <a:endCxn id="189" idx="2"/>
          </p:cNvCxnSpPr>
          <p:nvPr/>
        </p:nvCxnSpPr>
        <p:spPr>
          <a:xfrm>
            <a:off x="8096994" y="4254497"/>
            <a:ext cx="1995373" cy="649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53">
            <a:extLst>
              <a:ext uri="{FF2B5EF4-FFF2-40B4-BE49-F238E27FC236}">
                <a16:creationId xmlns:a16="http://schemas.microsoft.com/office/drawing/2014/main" id="{99E09B26-B307-4AFD-9037-5BAFA8299AD8}"/>
              </a:ext>
            </a:extLst>
          </p:cNvPr>
          <p:cNvCxnSpPr>
            <a:cxnSpLocks/>
            <a:stCxn id="240" idx="6"/>
            <a:endCxn id="189" idx="2"/>
          </p:cNvCxnSpPr>
          <p:nvPr/>
        </p:nvCxnSpPr>
        <p:spPr>
          <a:xfrm>
            <a:off x="8110589" y="4570372"/>
            <a:ext cx="1981778" cy="333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eur droit 53">
            <a:extLst>
              <a:ext uri="{FF2B5EF4-FFF2-40B4-BE49-F238E27FC236}">
                <a16:creationId xmlns:a16="http://schemas.microsoft.com/office/drawing/2014/main" id="{EE5DBAB1-0FE5-4487-8190-DBDE7E284F57}"/>
              </a:ext>
            </a:extLst>
          </p:cNvPr>
          <p:cNvCxnSpPr>
            <a:cxnSpLocks/>
            <a:stCxn id="242" idx="6"/>
            <a:endCxn id="189" idx="2"/>
          </p:cNvCxnSpPr>
          <p:nvPr/>
        </p:nvCxnSpPr>
        <p:spPr>
          <a:xfrm flipV="1">
            <a:off x="8109508" y="4903586"/>
            <a:ext cx="1982859" cy="2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eur droit 53">
            <a:extLst>
              <a:ext uri="{FF2B5EF4-FFF2-40B4-BE49-F238E27FC236}">
                <a16:creationId xmlns:a16="http://schemas.microsoft.com/office/drawing/2014/main" id="{6DF4D11C-6C38-46E5-B783-C4A91F1E38B6}"/>
              </a:ext>
            </a:extLst>
          </p:cNvPr>
          <p:cNvCxnSpPr>
            <a:cxnSpLocks/>
            <a:stCxn id="244" idx="6"/>
            <a:endCxn id="189" idx="2"/>
          </p:cNvCxnSpPr>
          <p:nvPr/>
        </p:nvCxnSpPr>
        <p:spPr>
          <a:xfrm flipV="1">
            <a:off x="8094387" y="4903586"/>
            <a:ext cx="1997980" cy="373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eur droit 53">
            <a:extLst>
              <a:ext uri="{FF2B5EF4-FFF2-40B4-BE49-F238E27FC236}">
                <a16:creationId xmlns:a16="http://schemas.microsoft.com/office/drawing/2014/main" id="{4822319A-A571-4ED6-B400-F4B16D4F94A3}"/>
              </a:ext>
            </a:extLst>
          </p:cNvPr>
          <p:cNvCxnSpPr>
            <a:cxnSpLocks/>
            <a:stCxn id="246" idx="6"/>
            <a:endCxn id="189" idx="2"/>
          </p:cNvCxnSpPr>
          <p:nvPr/>
        </p:nvCxnSpPr>
        <p:spPr>
          <a:xfrm flipV="1">
            <a:off x="8097113" y="4903586"/>
            <a:ext cx="1995254" cy="709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eur droit 53">
            <a:extLst>
              <a:ext uri="{FF2B5EF4-FFF2-40B4-BE49-F238E27FC236}">
                <a16:creationId xmlns:a16="http://schemas.microsoft.com/office/drawing/2014/main" id="{035061EB-3FDA-4F39-88F1-DB2867FCC38F}"/>
              </a:ext>
            </a:extLst>
          </p:cNvPr>
          <p:cNvCxnSpPr>
            <a:cxnSpLocks/>
            <a:stCxn id="247" idx="6"/>
            <a:endCxn id="189" idx="2"/>
          </p:cNvCxnSpPr>
          <p:nvPr/>
        </p:nvCxnSpPr>
        <p:spPr>
          <a:xfrm flipV="1">
            <a:off x="8110708" y="4903586"/>
            <a:ext cx="1981659" cy="1025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53">
            <a:extLst>
              <a:ext uri="{FF2B5EF4-FFF2-40B4-BE49-F238E27FC236}">
                <a16:creationId xmlns:a16="http://schemas.microsoft.com/office/drawing/2014/main" id="{AFC3723B-1939-4F77-A0F7-DE13D6F554A1}"/>
              </a:ext>
            </a:extLst>
          </p:cNvPr>
          <p:cNvCxnSpPr>
            <a:cxnSpLocks/>
            <a:stCxn id="248" idx="6"/>
            <a:endCxn id="189" idx="2"/>
          </p:cNvCxnSpPr>
          <p:nvPr/>
        </p:nvCxnSpPr>
        <p:spPr>
          <a:xfrm flipV="1">
            <a:off x="8109627" y="4903586"/>
            <a:ext cx="1982740" cy="1378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>
            <a:extLst>
              <a:ext uri="{FF2B5EF4-FFF2-40B4-BE49-F238E27FC236}">
                <a16:creationId xmlns:a16="http://schemas.microsoft.com/office/drawing/2014/main" id="{D7791E4D-7B58-4E30-90A7-BA308C0598FD}"/>
              </a:ext>
            </a:extLst>
          </p:cNvPr>
          <p:cNvSpPr/>
          <p:nvPr/>
        </p:nvSpPr>
        <p:spPr>
          <a:xfrm>
            <a:off x="4572001" y="928492"/>
            <a:ext cx="396000" cy="216000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E7EF468C-6966-48C5-9D63-1B77E979E05D}"/>
              </a:ext>
            </a:extLst>
          </p:cNvPr>
          <p:cNvSpPr/>
          <p:nvPr/>
        </p:nvSpPr>
        <p:spPr>
          <a:xfrm>
            <a:off x="4574727" y="1447376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63F8E40A-7AE3-4B84-9A27-C1C744AC4E2E}"/>
              </a:ext>
            </a:extLst>
          </p:cNvPr>
          <p:cNvSpPr/>
          <p:nvPr/>
        </p:nvSpPr>
        <p:spPr>
          <a:xfrm>
            <a:off x="4588322" y="176325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19792067-53BB-4D7E-9276-FE8BF74521ED}"/>
              </a:ext>
            </a:extLst>
          </p:cNvPr>
          <p:cNvSpPr/>
          <p:nvPr/>
        </p:nvSpPr>
        <p:spPr>
          <a:xfrm>
            <a:off x="4587241" y="2116612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2DE81A83-3575-4F33-8BCD-C4E71E5E2F3B}"/>
              </a:ext>
            </a:extLst>
          </p:cNvPr>
          <p:cNvSpPr/>
          <p:nvPr/>
        </p:nvSpPr>
        <p:spPr>
          <a:xfrm>
            <a:off x="4572120" y="247006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E7632336-DF60-4DCD-898E-38A9576EDBB6}"/>
              </a:ext>
            </a:extLst>
          </p:cNvPr>
          <p:cNvSpPr/>
          <p:nvPr/>
        </p:nvSpPr>
        <p:spPr>
          <a:xfrm>
            <a:off x="4574846" y="2806064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079EA4EA-4C71-4674-8C43-71E24C40856D}"/>
              </a:ext>
            </a:extLst>
          </p:cNvPr>
          <p:cNvSpPr/>
          <p:nvPr/>
        </p:nvSpPr>
        <p:spPr>
          <a:xfrm>
            <a:off x="4588441" y="3121939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3BA9004F-0936-4A43-954A-1DAE899B49CD}"/>
              </a:ext>
            </a:extLst>
          </p:cNvPr>
          <p:cNvSpPr/>
          <p:nvPr/>
        </p:nvSpPr>
        <p:spPr>
          <a:xfrm>
            <a:off x="4587360" y="347530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245C34E7-C47C-40C3-A4FA-91A409C19E1A}"/>
              </a:ext>
            </a:extLst>
          </p:cNvPr>
          <p:cNvSpPr/>
          <p:nvPr/>
        </p:nvSpPr>
        <p:spPr>
          <a:xfrm>
            <a:off x="4589308" y="3871453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4F470CD3-8D29-4C27-934F-6E614328ED5A}"/>
              </a:ext>
            </a:extLst>
          </p:cNvPr>
          <p:cNvSpPr/>
          <p:nvPr/>
        </p:nvSpPr>
        <p:spPr>
          <a:xfrm>
            <a:off x="4592034" y="4207457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969CD0DE-BCAE-4EA9-80C1-37BA8AE6947D}"/>
              </a:ext>
            </a:extLst>
          </p:cNvPr>
          <p:cNvSpPr/>
          <p:nvPr/>
        </p:nvSpPr>
        <p:spPr>
          <a:xfrm>
            <a:off x="4605629" y="4523332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0A771DC8-33DA-4538-8CFE-F84C476786F5}"/>
              </a:ext>
            </a:extLst>
          </p:cNvPr>
          <p:cNvSpPr/>
          <p:nvPr/>
        </p:nvSpPr>
        <p:spPr>
          <a:xfrm>
            <a:off x="4604548" y="4876693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E48B544D-68BC-41FD-B90B-0A7C4C585628}"/>
              </a:ext>
            </a:extLst>
          </p:cNvPr>
          <p:cNvSpPr/>
          <p:nvPr/>
        </p:nvSpPr>
        <p:spPr>
          <a:xfrm>
            <a:off x="4589427" y="523014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890EF0C0-7DE5-45D3-90DC-7C80F2A98BB0}"/>
              </a:ext>
            </a:extLst>
          </p:cNvPr>
          <p:cNvSpPr/>
          <p:nvPr/>
        </p:nvSpPr>
        <p:spPr>
          <a:xfrm>
            <a:off x="4592153" y="5566145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506AA591-CF14-486F-A587-D2A89E5B73A9}"/>
              </a:ext>
            </a:extLst>
          </p:cNvPr>
          <p:cNvSpPr/>
          <p:nvPr/>
        </p:nvSpPr>
        <p:spPr>
          <a:xfrm>
            <a:off x="4605748" y="5882020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B784E382-254C-4D64-B5CC-4601114AD154}"/>
              </a:ext>
            </a:extLst>
          </p:cNvPr>
          <p:cNvSpPr/>
          <p:nvPr/>
        </p:nvSpPr>
        <p:spPr>
          <a:xfrm>
            <a:off x="4604667" y="6235381"/>
            <a:ext cx="396000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94" name="Connecteur droit 53">
            <a:extLst>
              <a:ext uri="{FF2B5EF4-FFF2-40B4-BE49-F238E27FC236}">
                <a16:creationId xmlns:a16="http://schemas.microsoft.com/office/drawing/2014/main" id="{F8C2A489-D42C-467D-B8AA-D7C2A6EBEC3C}"/>
              </a:ext>
            </a:extLst>
          </p:cNvPr>
          <p:cNvCxnSpPr>
            <a:cxnSpLocks/>
            <a:endCxn id="273" idx="2"/>
          </p:cNvCxnSpPr>
          <p:nvPr/>
        </p:nvCxnSpPr>
        <p:spPr>
          <a:xfrm flipV="1">
            <a:off x="2321108" y="1036492"/>
            <a:ext cx="2250893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53">
            <a:extLst>
              <a:ext uri="{FF2B5EF4-FFF2-40B4-BE49-F238E27FC236}">
                <a16:creationId xmlns:a16="http://schemas.microsoft.com/office/drawing/2014/main" id="{8D52B3B6-2FA2-4314-8A98-B1E1FCC09028}"/>
              </a:ext>
            </a:extLst>
          </p:cNvPr>
          <p:cNvCxnSpPr>
            <a:cxnSpLocks/>
            <a:stCxn id="213" idx="6"/>
            <a:endCxn id="274" idx="2"/>
          </p:cNvCxnSpPr>
          <p:nvPr/>
        </p:nvCxnSpPr>
        <p:spPr>
          <a:xfrm>
            <a:off x="2330432" y="1037025"/>
            <a:ext cx="2244295" cy="518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eur droit 53">
            <a:extLst>
              <a:ext uri="{FF2B5EF4-FFF2-40B4-BE49-F238E27FC236}">
                <a16:creationId xmlns:a16="http://schemas.microsoft.com/office/drawing/2014/main" id="{7B44117C-1DDD-47D9-ABC1-7464A6FF8985}"/>
              </a:ext>
            </a:extLst>
          </p:cNvPr>
          <p:cNvCxnSpPr>
            <a:cxnSpLocks/>
            <a:stCxn id="213" idx="6"/>
            <a:endCxn id="275" idx="2"/>
          </p:cNvCxnSpPr>
          <p:nvPr/>
        </p:nvCxnSpPr>
        <p:spPr>
          <a:xfrm>
            <a:off x="2330432" y="1037025"/>
            <a:ext cx="2257890" cy="834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cteur droit 53">
            <a:extLst>
              <a:ext uri="{FF2B5EF4-FFF2-40B4-BE49-F238E27FC236}">
                <a16:creationId xmlns:a16="http://schemas.microsoft.com/office/drawing/2014/main" id="{0213B54D-9252-4E29-93AC-9B36313438F6}"/>
              </a:ext>
            </a:extLst>
          </p:cNvPr>
          <p:cNvCxnSpPr>
            <a:cxnSpLocks/>
            <a:stCxn id="213" idx="6"/>
            <a:endCxn id="276" idx="2"/>
          </p:cNvCxnSpPr>
          <p:nvPr/>
        </p:nvCxnSpPr>
        <p:spPr>
          <a:xfrm>
            <a:off x="2330432" y="1037025"/>
            <a:ext cx="2256809" cy="1187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onnecteur droit 53">
            <a:extLst>
              <a:ext uri="{FF2B5EF4-FFF2-40B4-BE49-F238E27FC236}">
                <a16:creationId xmlns:a16="http://schemas.microsoft.com/office/drawing/2014/main" id="{0FE9960E-94CA-42E2-A2CA-0309287EE8AA}"/>
              </a:ext>
            </a:extLst>
          </p:cNvPr>
          <p:cNvCxnSpPr>
            <a:cxnSpLocks/>
            <a:stCxn id="213" idx="6"/>
            <a:endCxn id="277" idx="2"/>
          </p:cNvCxnSpPr>
          <p:nvPr/>
        </p:nvCxnSpPr>
        <p:spPr>
          <a:xfrm>
            <a:off x="2330432" y="1037025"/>
            <a:ext cx="2241688" cy="1541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53">
            <a:extLst>
              <a:ext uri="{FF2B5EF4-FFF2-40B4-BE49-F238E27FC236}">
                <a16:creationId xmlns:a16="http://schemas.microsoft.com/office/drawing/2014/main" id="{80EDD0A5-3559-4B79-92D0-895240B85252}"/>
              </a:ext>
            </a:extLst>
          </p:cNvPr>
          <p:cNvCxnSpPr>
            <a:cxnSpLocks/>
            <a:stCxn id="213" idx="6"/>
            <a:endCxn id="278" idx="2"/>
          </p:cNvCxnSpPr>
          <p:nvPr/>
        </p:nvCxnSpPr>
        <p:spPr>
          <a:xfrm>
            <a:off x="2330432" y="1037025"/>
            <a:ext cx="2244414" cy="1877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53">
            <a:extLst>
              <a:ext uri="{FF2B5EF4-FFF2-40B4-BE49-F238E27FC236}">
                <a16:creationId xmlns:a16="http://schemas.microsoft.com/office/drawing/2014/main" id="{36DD7AC2-8E11-43DE-B577-1C4F4903BA95}"/>
              </a:ext>
            </a:extLst>
          </p:cNvPr>
          <p:cNvCxnSpPr>
            <a:cxnSpLocks/>
            <a:stCxn id="213" idx="6"/>
            <a:endCxn id="279" idx="2"/>
          </p:cNvCxnSpPr>
          <p:nvPr/>
        </p:nvCxnSpPr>
        <p:spPr>
          <a:xfrm>
            <a:off x="2330432" y="1037025"/>
            <a:ext cx="2258009" cy="2192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eur droit 53">
            <a:extLst>
              <a:ext uri="{FF2B5EF4-FFF2-40B4-BE49-F238E27FC236}">
                <a16:creationId xmlns:a16="http://schemas.microsoft.com/office/drawing/2014/main" id="{AC77DA1A-AD42-496B-8489-B9BD394B4886}"/>
              </a:ext>
            </a:extLst>
          </p:cNvPr>
          <p:cNvCxnSpPr>
            <a:cxnSpLocks/>
            <a:stCxn id="213" idx="6"/>
            <a:endCxn id="281" idx="2"/>
          </p:cNvCxnSpPr>
          <p:nvPr/>
        </p:nvCxnSpPr>
        <p:spPr>
          <a:xfrm>
            <a:off x="2330432" y="1037025"/>
            <a:ext cx="2256928" cy="2546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eur droit 53">
            <a:extLst>
              <a:ext uri="{FF2B5EF4-FFF2-40B4-BE49-F238E27FC236}">
                <a16:creationId xmlns:a16="http://schemas.microsoft.com/office/drawing/2014/main" id="{B42A5F59-5DB8-4011-9475-5A5829C9C454}"/>
              </a:ext>
            </a:extLst>
          </p:cNvPr>
          <p:cNvCxnSpPr>
            <a:cxnSpLocks/>
            <a:stCxn id="213" idx="6"/>
            <a:endCxn id="282" idx="2"/>
          </p:cNvCxnSpPr>
          <p:nvPr/>
        </p:nvCxnSpPr>
        <p:spPr>
          <a:xfrm>
            <a:off x="2330432" y="1037025"/>
            <a:ext cx="2258876" cy="2942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53">
            <a:extLst>
              <a:ext uri="{FF2B5EF4-FFF2-40B4-BE49-F238E27FC236}">
                <a16:creationId xmlns:a16="http://schemas.microsoft.com/office/drawing/2014/main" id="{6417B992-C981-48BC-B067-CCDBB2679C55}"/>
              </a:ext>
            </a:extLst>
          </p:cNvPr>
          <p:cNvCxnSpPr>
            <a:cxnSpLocks/>
            <a:stCxn id="213" idx="6"/>
            <a:endCxn id="284" idx="3"/>
          </p:cNvCxnSpPr>
          <p:nvPr/>
        </p:nvCxnSpPr>
        <p:spPr>
          <a:xfrm>
            <a:off x="2330432" y="1037025"/>
            <a:ext cx="2319595" cy="335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eur droit 53">
            <a:extLst>
              <a:ext uri="{FF2B5EF4-FFF2-40B4-BE49-F238E27FC236}">
                <a16:creationId xmlns:a16="http://schemas.microsoft.com/office/drawing/2014/main" id="{DC8E7D31-EA36-4C4D-9615-B6729168819F}"/>
              </a:ext>
            </a:extLst>
          </p:cNvPr>
          <p:cNvCxnSpPr>
            <a:cxnSpLocks/>
            <a:stCxn id="213" idx="6"/>
            <a:endCxn id="285" idx="3"/>
          </p:cNvCxnSpPr>
          <p:nvPr/>
        </p:nvCxnSpPr>
        <p:spPr>
          <a:xfrm>
            <a:off x="2330432" y="1037025"/>
            <a:ext cx="2333190" cy="3670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eur droit 53">
            <a:extLst>
              <a:ext uri="{FF2B5EF4-FFF2-40B4-BE49-F238E27FC236}">
                <a16:creationId xmlns:a16="http://schemas.microsoft.com/office/drawing/2014/main" id="{2523798A-F7B0-4B29-A50A-DEFDD171308C}"/>
              </a:ext>
            </a:extLst>
          </p:cNvPr>
          <p:cNvCxnSpPr>
            <a:cxnSpLocks/>
            <a:stCxn id="213" idx="6"/>
            <a:endCxn id="287" idx="2"/>
          </p:cNvCxnSpPr>
          <p:nvPr/>
        </p:nvCxnSpPr>
        <p:spPr>
          <a:xfrm>
            <a:off x="2330432" y="1037025"/>
            <a:ext cx="2274116" cy="3947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eur droit 53">
            <a:extLst>
              <a:ext uri="{FF2B5EF4-FFF2-40B4-BE49-F238E27FC236}">
                <a16:creationId xmlns:a16="http://schemas.microsoft.com/office/drawing/2014/main" id="{ED3A8B74-9BBC-4DA3-91F9-BB25A4DDA041}"/>
              </a:ext>
            </a:extLst>
          </p:cNvPr>
          <p:cNvCxnSpPr>
            <a:cxnSpLocks/>
            <a:stCxn id="213" idx="6"/>
            <a:endCxn id="288" idx="2"/>
          </p:cNvCxnSpPr>
          <p:nvPr/>
        </p:nvCxnSpPr>
        <p:spPr>
          <a:xfrm>
            <a:off x="2330432" y="1037025"/>
            <a:ext cx="2258995" cy="4301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eur droit 53">
            <a:extLst>
              <a:ext uri="{FF2B5EF4-FFF2-40B4-BE49-F238E27FC236}">
                <a16:creationId xmlns:a16="http://schemas.microsoft.com/office/drawing/2014/main" id="{A94D9BC0-B83E-45E4-8B1F-68A9CDD777FA}"/>
              </a:ext>
            </a:extLst>
          </p:cNvPr>
          <p:cNvCxnSpPr>
            <a:cxnSpLocks/>
            <a:stCxn id="213" idx="6"/>
            <a:endCxn id="290" idx="2"/>
          </p:cNvCxnSpPr>
          <p:nvPr/>
        </p:nvCxnSpPr>
        <p:spPr>
          <a:xfrm>
            <a:off x="2330432" y="1037025"/>
            <a:ext cx="2261721" cy="4637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53">
            <a:extLst>
              <a:ext uri="{FF2B5EF4-FFF2-40B4-BE49-F238E27FC236}">
                <a16:creationId xmlns:a16="http://schemas.microsoft.com/office/drawing/2014/main" id="{E56BFCC5-9947-4A6B-BD06-4651BECB4170}"/>
              </a:ext>
            </a:extLst>
          </p:cNvPr>
          <p:cNvCxnSpPr>
            <a:cxnSpLocks/>
            <a:stCxn id="213" idx="6"/>
            <a:endCxn id="291" idx="2"/>
          </p:cNvCxnSpPr>
          <p:nvPr/>
        </p:nvCxnSpPr>
        <p:spPr>
          <a:xfrm>
            <a:off x="2330432" y="1037025"/>
            <a:ext cx="2275316" cy="4952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eur droit 53">
            <a:extLst>
              <a:ext uri="{FF2B5EF4-FFF2-40B4-BE49-F238E27FC236}">
                <a16:creationId xmlns:a16="http://schemas.microsoft.com/office/drawing/2014/main" id="{317FB2E3-D3BE-418F-B30A-D30EC7A0EE19}"/>
              </a:ext>
            </a:extLst>
          </p:cNvPr>
          <p:cNvCxnSpPr>
            <a:cxnSpLocks/>
            <a:stCxn id="213" idx="6"/>
            <a:endCxn id="293" idx="2"/>
          </p:cNvCxnSpPr>
          <p:nvPr/>
        </p:nvCxnSpPr>
        <p:spPr>
          <a:xfrm>
            <a:off x="2330432" y="1037025"/>
            <a:ext cx="2274235" cy="5306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eur droit 53">
            <a:extLst>
              <a:ext uri="{FF2B5EF4-FFF2-40B4-BE49-F238E27FC236}">
                <a16:creationId xmlns:a16="http://schemas.microsoft.com/office/drawing/2014/main" id="{DD0E9857-9EB9-4088-B460-7E6D0638CEB0}"/>
              </a:ext>
            </a:extLst>
          </p:cNvPr>
          <p:cNvCxnSpPr>
            <a:cxnSpLocks/>
            <a:stCxn id="212" idx="6"/>
            <a:endCxn id="273" idx="2"/>
          </p:cNvCxnSpPr>
          <p:nvPr/>
        </p:nvCxnSpPr>
        <p:spPr>
          <a:xfrm flipV="1">
            <a:off x="2346445" y="1036492"/>
            <a:ext cx="2225556" cy="5450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eur droit 53">
            <a:extLst>
              <a:ext uri="{FF2B5EF4-FFF2-40B4-BE49-F238E27FC236}">
                <a16:creationId xmlns:a16="http://schemas.microsoft.com/office/drawing/2014/main" id="{618BD394-20D8-42C3-99B2-8B71DE5B01FA}"/>
              </a:ext>
            </a:extLst>
          </p:cNvPr>
          <p:cNvCxnSpPr>
            <a:cxnSpLocks/>
            <a:stCxn id="212" idx="6"/>
            <a:endCxn id="274" idx="2"/>
          </p:cNvCxnSpPr>
          <p:nvPr/>
        </p:nvCxnSpPr>
        <p:spPr>
          <a:xfrm flipV="1">
            <a:off x="2346445" y="1555376"/>
            <a:ext cx="2228282" cy="493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eur droit 53">
            <a:extLst>
              <a:ext uri="{FF2B5EF4-FFF2-40B4-BE49-F238E27FC236}">
                <a16:creationId xmlns:a16="http://schemas.microsoft.com/office/drawing/2014/main" id="{741AB01C-5C41-429E-AB31-9DFA54354798}"/>
              </a:ext>
            </a:extLst>
          </p:cNvPr>
          <p:cNvCxnSpPr>
            <a:cxnSpLocks/>
            <a:stCxn id="212" idx="6"/>
            <a:endCxn id="275" idx="2"/>
          </p:cNvCxnSpPr>
          <p:nvPr/>
        </p:nvCxnSpPr>
        <p:spPr>
          <a:xfrm flipV="1">
            <a:off x="2346445" y="1871251"/>
            <a:ext cx="2241877" cy="4615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eur droit 53">
            <a:extLst>
              <a:ext uri="{FF2B5EF4-FFF2-40B4-BE49-F238E27FC236}">
                <a16:creationId xmlns:a16="http://schemas.microsoft.com/office/drawing/2014/main" id="{30F8AA2D-6442-4137-A7F2-986002CB92BB}"/>
              </a:ext>
            </a:extLst>
          </p:cNvPr>
          <p:cNvCxnSpPr>
            <a:cxnSpLocks/>
            <a:stCxn id="212" idx="6"/>
            <a:endCxn id="276" idx="1"/>
          </p:cNvCxnSpPr>
          <p:nvPr/>
        </p:nvCxnSpPr>
        <p:spPr>
          <a:xfrm flipV="1">
            <a:off x="2346445" y="2148244"/>
            <a:ext cx="2298789" cy="4338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eur droit 53">
            <a:extLst>
              <a:ext uri="{FF2B5EF4-FFF2-40B4-BE49-F238E27FC236}">
                <a16:creationId xmlns:a16="http://schemas.microsoft.com/office/drawing/2014/main" id="{D07BA3C5-D0F7-4AA3-A8D8-CED81712F724}"/>
              </a:ext>
            </a:extLst>
          </p:cNvPr>
          <p:cNvCxnSpPr>
            <a:cxnSpLocks/>
            <a:stCxn id="212" idx="6"/>
            <a:endCxn id="277" idx="2"/>
          </p:cNvCxnSpPr>
          <p:nvPr/>
        </p:nvCxnSpPr>
        <p:spPr>
          <a:xfrm flipV="1">
            <a:off x="2346445" y="2578060"/>
            <a:ext cx="2225675" cy="3908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eur droit 53">
            <a:extLst>
              <a:ext uri="{FF2B5EF4-FFF2-40B4-BE49-F238E27FC236}">
                <a16:creationId xmlns:a16="http://schemas.microsoft.com/office/drawing/2014/main" id="{2BA7ECCE-A03B-4B3E-965D-12875D4DCB31}"/>
              </a:ext>
            </a:extLst>
          </p:cNvPr>
          <p:cNvCxnSpPr>
            <a:cxnSpLocks/>
            <a:stCxn id="212" idx="5"/>
            <a:endCxn id="279" idx="2"/>
          </p:cNvCxnSpPr>
          <p:nvPr/>
        </p:nvCxnSpPr>
        <p:spPr>
          <a:xfrm flipV="1">
            <a:off x="2314813" y="3229939"/>
            <a:ext cx="2273628" cy="3333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eur droit 53">
            <a:extLst>
              <a:ext uri="{FF2B5EF4-FFF2-40B4-BE49-F238E27FC236}">
                <a16:creationId xmlns:a16="http://schemas.microsoft.com/office/drawing/2014/main" id="{47E42597-C4F0-4F8E-A944-AD6D0DA7CFAF}"/>
              </a:ext>
            </a:extLst>
          </p:cNvPr>
          <p:cNvCxnSpPr>
            <a:cxnSpLocks/>
            <a:stCxn id="212" idx="5"/>
            <a:endCxn id="278" idx="1"/>
          </p:cNvCxnSpPr>
          <p:nvPr/>
        </p:nvCxnSpPr>
        <p:spPr>
          <a:xfrm flipV="1">
            <a:off x="2314813" y="2837696"/>
            <a:ext cx="2318026" cy="3725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eur droit 53">
            <a:extLst>
              <a:ext uri="{FF2B5EF4-FFF2-40B4-BE49-F238E27FC236}">
                <a16:creationId xmlns:a16="http://schemas.microsoft.com/office/drawing/2014/main" id="{114FAF2A-EC42-4203-B846-93DAC2CD1724}"/>
              </a:ext>
            </a:extLst>
          </p:cNvPr>
          <p:cNvCxnSpPr>
            <a:cxnSpLocks/>
            <a:stCxn id="212" idx="5"/>
            <a:endCxn id="281" idx="2"/>
          </p:cNvCxnSpPr>
          <p:nvPr/>
        </p:nvCxnSpPr>
        <p:spPr>
          <a:xfrm flipV="1">
            <a:off x="2314813" y="3583300"/>
            <a:ext cx="2272547" cy="297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eur droit 53">
            <a:extLst>
              <a:ext uri="{FF2B5EF4-FFF2-40B4-BE49-F238E27FC236}">
                <a16:creationId xmlns:a16="http://schemas.microsoft.com/office/drawing/2014/main" id="{724EF4FB-4037-4768-8FB3-AAD8C701A626}"/>
              </a:ext>
            </a:extLst>
          </p:cNvPr>
          <p:cNvCxnSpPr>
            <a:cxnSpLocks/>
            <a:stCxn id="212" idx="6"/>
            <a:endCxn id="282" idx="1"/>
          </p:cNvCxnSpPr>
          <p:nvPr/>
        </p:nvCxnSpPr>
        <p:spPr>
          <a:xfrm flipV="1">
            <a:off x="2346445" y="3903085"/>
            <a:ext cx="2300856" cy="2583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eur droit 53">
            <a:extLst>
              <a:ext uri="{FF2B5EF4-FFF2-40B4-BE49-F238E27FC236}">
                <a16:creationId xmlns:a16="http://schemas.microsoft.com/office/drawing/2014/main" id="{2566C737-CD48-4453-A431-CC9B9ACC3BD3}"/>
              </a:ext>
            </a:extLst>
          </p:cNvPr>
          <p:cNvCxnSpPr>
            <a:cxnSpLocks/>
            <a:stCxn id="212" idx="6"/>
            <a:endCxn id="284" idx="2"/>
          </p:cNvCxnSpPr>
          <p:nvPr/>
        </p:nvCxnSpPr>
        <p:spPr>
          <a:xfrm flipV="1">
            <a:off x="2346445" y="4315457"/>
            <a:ext cx="2245589" cy="217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eur droit 53">
            <a:extLst>
              <a:ext uri="{FF2B5EF4-FFF2-40B4-BE49-F238E27FC236}">
                <a16:creationId xmlns:a16="http://schemas.microsoft.com/office/drawing/2014/main" id="{59708945-EBE5-4309-BB61-5F41E7856C7A}"/>
              </a:ext>
            </a:extLst>
          </p:cNvPr>
          <p:cNvCxnSpPr>
            <a:cxnSpLocks/>
            <a:stCxn id="212" idx="6"/>
            <a:endCxn id="285" idx="2"/>
          </p:cNvCxnSpPr>
          <p:nvPr/>
        </p:nvCxnSpPr>
        <p:spPr>
          <a:xfrm flipV="1">
            <a:off x="2346445" y="4631332"/>
            <a:ext cx="2259184" cy="1855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eur droit 53">
            <a:extLst>
              <a:ext uri="{FF2B5EF4-FFF2-40B4-BE49-F238E27FC236}">
                <a16:creationId xmlns:a16="http://schemas.microsoft.com/office/drawing/2014/main" id="{9990D906-F87D-4E7E-A65F-571979EA8B9E}"/>
              </a:ext>
            </a:extLst>
          </p:cNvPr>
          <p:cNvCxnSpPr>
            <a:cxnSpLocks/>
            <a:stCxn id="212" idx="6"/>
            <a:endCxn id="287" idx="2"/>
          </p:cNvCxnSpPr>
          <p:nvPr/>
        </p:nvCxnSpPr>
        <p:spPr>
          <a:xfrm flipV="1">
            <a:off x="2346445" y="4984693"/>
            <a:ext cx="2258103" cy="1502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eur droit 53">
            <a:extLst>
              <a:ext uri="{FF2B5EF4-FFF2-40B4-BE49-F238E27FC236}">
                <a16:creationId xmlns:a16="http://schemas.microsoft.com/office/drawing/2014/main" id="{75506AB5-045A-41B3-BEC1-297A080CEDB1}"/>
              </a:ext>
            </a:extLst>
          </p:cNvPr>
          <p:cNvCxnSpPr>
            <a:cxnSpLocks/>
            <a:stCxn id="212" idx="6"/>
            <a:endCxn id="288" idx="1"/>
          </p:cNvCxnSpPr>
          <p:nvPr/>
        </p:nvCxnSpPr>
        <p:spPr>
          <a:xfrm flipV="1">
            <a:off x="2346445" y="5261773"/>
            <a:ext cx="2300975" cy="1225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eur droit 53">
            <a:extLst>
              <a:ext uri="{FF2B5EF4-FFF2-40B4-BE49-F238E27FC236}">
                <a16:creationId xmlns:a16="http://schemas.microsoft.com/office/drawing/2014/main" id="{A69BA054-F226-4E1F-9788-F0AB7532A4A0}"/>
              </a:ext>
            </a:extLst>
          </p:cNvPr>
          <p:cNvCxnSpPr>
            <a:cxnSpLocks/>
            <a:stCxn id="212" idx="6"/>
            <a:endCxn id="290" idx="2"/>
          </p:cNvCxnSpPr>
          <p:nvPr/>
        </p:nvCxnSpPr>
        <p:spPr>
          <a:xfrm flipV="1">
            <a:off x="2346445" y="5674145"/>
            <a:ext cx="2245708" cy="812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eur droit 53">
            <a:extLst>
              <a:ext uri="{FF2B5EF4-FFF2-40B4-BE49-F238E27FC236}">
                <a16:creationId xmlns:a16="http://schemas.microsoft.com/office/drawing/2014/main" id="{BD0DA145-7427-41F9-9FB6-D1E14FFDE112}"/>
              </a:ext>
            </a:extLst>
          </p:cNvPr>
          <p:cNvCxnSpPr>
            <a:cxnSpLocks/>
            <a:stCxn id="212" idx="6"/>
            <a:endCxn id="291" idx="2"/>
          </p:cNvCxnSpPr>
          <p:nvPr/>
        </p:nvCxnSpPr>
        <p:spPr>
          <a:xfrm flipV="1">
            <a:off x="2346445" y="5990020"/>
            <a:ext cx="2259303" cy="496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eur droit 53">
            <a:extLst>
              <a:ext uri="{FF2B5EF4-FFF2-40B4-BE49-F238E27FC236}">
                <a16:creationId xmlns:a16="http://schemas.microsoft.com/office/drawing/2014/main" id="{F4E99513-9B5C-418A-9152-A2D5C3291A80}"/>
              </a:ext>
            </a:extLst>
          </p:cNvPr>
          <p:cNvCxnSpPr>
            <a:cxnSpLocks/>
            <a:stCxn id="212" idx="6"/>
            <a:endCxn id="293" idx="2"/>
          </p:cNvCxnSpPr>
          <p:nvPr/>
        </p:nvCxnSpPr>
        <p:spPr>
          <a:xfrm flipV="1">
            <a:off x="2346445" y="6343381"/>
            <a:ext cx="2258222" cy="14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eur droit 53">
            <a:extLst>
              <a:ext uri="{FF2B5EF4-FFF2-40B4-BE49-F238E27FC236}">
                <a16:creationId xmlns:a16="http://schemas.microsoft.com/office/drawing/2014/main" id="{60FC206A-4AF2-4DBA-9A8D-0143DE067C6A}"/>
              </a:ext>
            </a:extLst>
          </p:cNvPr>
          <p:cNvCxnSpPr>
            <a:cxnSpLocks/>
            <a:endCxn id="224" idx="2"/>
          </p:cNvCxnSpPr>
          <p:nvPr/>
        </p:nvCxnSpPr>
        <p:spPr>
          <a:xfrm flipV="1">
            <a:off x="4969437" y="975532"/>
            <a:ext cx="2650564" cy="2613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eur droit 53">
            <a:extLst>
              <a:ext uri="{FF2B5EF4-FFF2-40B4-BE49-F238E27FC236}">
                <a16:creationId xmlns:a16="http://schemas.microsoft.com/office/drawing/2014/main" id="{E822ACC3-4BDF-4639-B202-E7C160BC6B82}"/>
              </a:ext>
            </a:extLst>
          </p:cNvPr>
          <p:cNvCxnSpPr>
            <a:cxnSpLocks/>
            <a:stCxn id="281" idx="6"/>
            <a:endCxn id="225" idx="1"/>
          </p:cNvCxnSpPr>
          <p:nvPr/>
        </p:nvCxnSpPr>
        <p:spPr>
          <a:xfrm flipV="1">
            <a:off x="4983360" y="1418048"/>
            <a:ext cx="2758320" cy="2165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eur droit 53">
            <a:extLst>
              <a:ext uri="{FF2B5EF4-FFF2-40B4-BE49-F238E27FC236}">
                <a16:creationId xmlns:a16="http://schemas.microsoft.com/office/drawing/2014/main" id="{C5656BB0-9338-4621-8C10-7ADD7CA0A8E1}"/>
              </a:ext>
            </a:extLst>
          </p:cNvPr>
          <p:cNvCxnSpPr>
            <a:cxnSpLocks/>
            <a:stCxn id="281" idx="6"/>
            <a:endCxn id="227" idx="2"/>
          </p:cNvCxnSpPr>
          <p:nvPr/>
        </p:nvCxnSpPr>
        <p:spPr>
          <a:xfrm flipV="1">
            <a:off x="4983360" y="1810291"/>
            <a:ext cx="2713922" cy="1773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eur droit 53">
            <a:extLst>
              <a:ext uri="{FF2B5EF4-FFF2-40B4-BE49-F238E27FC236}">
                <a16:creationId xmlns:a16="http://schemas.microsoft.com/office/drawing/2014/main" id="{F03CE7F3-5D34-4478-B8E2-6C608EDE6B94}"/>
              </a:ext>
            </a:extLst>
          </p:cNvPr>
          <p:cNvCxnSpPr>
            <a:cxnSpLocks/>
            <a:stCxn id="281" idx="6"/>
            <a:endCxn id="228" idx="2"/>
          </p:cNvCxnSpPr>
          <p:nvPr/>
        </p:nvCxnSpPr>
        <p:spPr>
          <a:xfrm flipV="1">
            <a:off x="4983360" y="2163652"/>
            <a:ext cx="2712841" cy="1419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eur droit 53">
            <a:extLst>
              <a:ext uri="{FF2B5EF4-FFF2-40B4-BE49-F238E27FC236}">
                <a16:creationId xmlns:a16="http://schemas.microsoft.com/office/drawing/2014/main" id="{88B41FA4-688B-4919-AC2C-9E36E4A88538}"/>
              </a:ext>
            </a:extLst>
          </p:cNvPr>
          <p:cNvCxnSpPr>
            <a:cxnSpLocks/>
            <a:stCxn id="281" idx="6"/>
            <a:endCxn id="230" idx="2"/>
          </p:cNvCxnSpPr>
          <p:nvPr/>
        </p:nvCxnSpPr>
        <p:spPr>
          <a:xfrm flipV="1">
            <a:off x="4983360" y="2517100"/>
            <a:ext cx="2697720" cy="106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53">
            <a:extLst>
              <a:ext uri="{FF2B5EF4-FFF2-40B4-BE49-F238E27FC236}">
                <a16:creationId xmlns:a16="http://schemas.microsoft.com/office/drawing/2014/main" id="{C6282EBA-C6E1-4E56-9698-57DD5EE4F3FC}"/>
              </a:ext>
            </a:extLst>
          </p:cNvPr>
          <p:cNvCxnSpPr>
            <a:cxnSpLocks/>
            <a:stCxn id="281" idx="6"/>
            <a:endCxn id="231" idx="2"/>
          </p:cNvCxnSpPr>
          <p:nvPr/>
        </p:nvCxnSpPr>
        <p:spPr>
          <a:xfrm flipV="1">
            <a:off x="4983360" y="2853104"/>
            <a:ext cx="2700446" cy="730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cteur droit 53">
            <a:extLst>
              <a:ext uri="{FF2B5EF4-FFF2-40B4-BE49-F238E27FC236}">
                <a16:creationId xmlns:a16="http://schemas.microsoft.com/office/drawing/2014/main" id="{6D75BB1E-B717-4B57-8961-D689D3BCE93A}"/>
              </a:ext>
            </a:extLst>
          </p:cNvPr>
          <p:cNvCxnSpPr>
            <a:cxnSpLocks/>
            <a:stCxn id="281" idx="6"/>
            <a:endCxn id="233" idx="2"/>
          </p:cNvCxnSpPr>
          <p:nvPr/>
        </p:nvCxnSpPr>
        <p:spPr>
          <a:xfrm flipV="1">
            <a:off x="4983360" y="3168979"/>
            <a:ext cx="2714041" cy="414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eur droit 53">
            <a:extLst>
              <a:ext uri="{FF2B5EF4-FFF2-40B4-BE49-F238E27FC236}">
                <a16:creationId xmlns:a16="http://schemas.microsoft.com/office/drawing/2014/main" id="{D9AF43A0-DC28-423B-A120-3B25AD28E39E}"/>
              </a:ext>
            </a:extLst>
          </p:cNvPr>
          <p:cNvCxnSpPr>
            <a:cxnSpLocks/>
            <a:stCxn id="281" idx="6"/>
            <a:endCxn id="234" idx="2"/>
          </p:cNvCxnSpPr>
          <p:nvPr/>
        </p:nvCxnSpPr>
        <p:spPr>
          <a:xfrm flipV="1">
            <a:off x="4983360" y="3522340"/>
            <a:ext cx="2712960" cy="60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necteur droit 53">
            <a:extLst>
              <a:ext uri="{FF2B5EF4-FFF2-40B4-BE49-F238E27FC236}">
                <a16:creationId xmlns:a16="http://schemas.microsoft.com/office/drawing/2014/main" id="{360CFC3E-BE9A-4865-B46D-22D12FCC75E5}"/>
              </a:ext>
            </a:extLst>
          </p:cNvPr>
          <p:cNvCxnSpPr>
            <a:cxnSpLocks/>
            <a:stCxn id="281" idx="6"/>
            <a:endCxn id="236" idx="2"/>
          </p:cNvCxnSpPr>
          <p:nvPr/>
        </p:nvCxnSpPr>
        <p:spPr>
          <a:xfrm>
            <a:off x="4983360" y="3583300"/>
            <a:ext cx="2714908" cy="335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onnecteur droit 53">
            <a:extLst>
              <a:ext uri="{FF2B5EF4-FFF2-40B4-BE49-F238E27FC236}">
                <a16:creationId xmlns:a16="http://schemas.microsoft.com/office/drawing/2014/main" id="{A3117B11-F28D-46B6-8180-2FCDA623A2B5}"/>
              </a:ext>
            </a:extLst>
          </p:cNvPr>
          <p:cNvCxnSpPr>
            <a:cxnSpLocks/>
            <a:stCxn id="281" idx="6"/>
            <a:endCxn id="238" idx="1"/>
          </p:cNvCxnSpPr>
          <p:nvPr/>
        </p:nvCxnSpPr>
        <p:spPr>
          <a:xfrm>
            <a:off x="4983360" y="3583300"/>
            <a:ext cx="2775627" cy="594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necteur droit 53">
            <a:extLst>
              <a:ext uri="{FF2B5EF4-FFF2-40B4-BE49-F238E27FC236}">
                <a16:creationId xmlns:a16="http://schemas.microsoft.com/office/drawing/2014/main" id="{FFE4D2A7-A419-4E77-A391-91373DC6AD10}"/>
              </a:ext>
            </a:extLst>
          </p:cNvPr>
          <p:cNvCxnSpPr>
            <a:cxnSpLocks/>
            <a:stCxn id="281" idx="6"/>
            <a:endCxn id="240" idx="1"/>
          </p:cNvCxnSpPr>
          <p:nvPr/>
        </p:nvCxnSpPr>
        <p:spPr>
          <a:xfrm>
            <a:off x="4983360" y="3583300"/>
            <a:ext cx="2789222" cy="910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eur droit 53">
            <a:extLst>
              <a:ext uri="{FF2B5EF4-FFF2-40B4-BE49-F238E27FC236}">
                <a16:creationId xmlns:a16="http://schemas.microsoft.com/office/drawing/2014/main" id="{F4A3E45E-77C7-4001-A4FE-00A5C6930EAF}"/>
              </a:ext>
            </a:extLst>
          </p:cNvPr>
          <p:cNvCxnSpPr>
            <a:cxnSpLocks/>
            <a:stCxn id="281" idx="6"/>
            <a:endCxn id="242" idx="1"/>
          </p:cNvCxnSpPr>
          <p:nvPr/>
        </p:nvCxnSpPr>
        <p:spPr>
          <a:xfrm>
            <a:off x="4983360" y="3583300"/>
            <a:ext cx="2788141" cy="1264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eur droit 53">
            <a:extLst>
              <a:ext uri="{FF2B5EF4-FFF2-40B4-BE49-F238E27FC236}">
                <a16:creationId xmlns:a16="http://schemas.microsoft.com/office/drawing/2014/main" id="{228CE3EF-2431-445B-8F76-EB4B36D7E91B}"/>
              </a:ext>
            </a:extLst>
          </p:cNvPr>
          <p:cNvCxnSpPr>
            <a:cxnSpLocks/>
            <a:stCxn id="281" idx="6"/>
            <a:endCxn id="244" idx="2"/>
          </p:cNvCxnSpPr>
          <p:nvPr/>
        </p:nvCxnSpPr>
        <p:spPr>
          <a:xfrm>
            <a:off x="4983360" y="3583300"/>
            <a:ext cx="2715027" cy="1693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eur droit 53">
            <a:extLst>
              <a:ext uri="{FF2B5EF4-FFF2-40B4-BE49-F238E27FC236}">
                <a16:creationId xmlns:a16="http://schemas.microsoft.com/office/drawing/2014/main" id="{3DDA0B6F-8C2F-4DB6-919C-8C48FF74A1A5}"/>
              </a:ext>
            </a:extLst>
          </p:cNvPr>
          <p:cNvCxnSpPr>
            <a:cxnSpLocks/>
            <a:stCxn id="281" idx="6"/>
            <a:endCxn id="246" idx="2"/>
          </p:cNvCxnSpPr>
          <p:nvPr/>
        </p:nvCxnSpPr>
        <p:spPr>
          <a:xfrm>
            <a:off x="4983360" y="3583300"/>
            <a:ext cx="2717753" cy="2029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onnecteur droit 53">
            <a:extLst>
              <a:ext uri="{FF2B5EF4-FFF2-40B4-BE49-F238E27FC236}">
                <a16:creationId xmlns:a16="http://schemas.microsoft.com/office/drawing/2014/main" id="{8F771A80-98A3-45A9-B609-1D5880D2E302}"/>
              </a:ext>
            </a:extLst>
          </p:cNvPr>
          <p:cNvCxnSpPr>
            <a:cxnSpLocks/>
            <a:stCxn id="281" idx="6"/>
            <a:endCxn id="247" idx="3"/>
          </p:cNvCxnSpPr>
          <p:nvPr/>
        </p:nvCxnSpPr>
        <p:spPr>
          <a:xfrm>
            <a:off x="4983360" y="3583300"/>
            <a:ext cx="2789341" cy="242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cteur droit 53">
            <a:extLst>
              <a:ext uri="{FF2B5EF4-FFF2-40B4-BE49-F238E27FC236}">
                <a16:creationId xmlns:a16="http://schemas.microsoft.com/office/drawing/2014/main" id="{BCC4F691-FAAB-4E2D-8DAB-B9F5D2233028}"/>
              </a:ext>
            </a:extLst>
          </p:cNvPr>
          <p:cNvCxnSpPr>
            <a:cxnSpLocks/>
            <a:stCxn id="281" idx="6"/>
            <a:endCxn id="248" idx="2"/>
          </p:cNvCxnSpPr>
          <p:nvPr/>
        </p:nvCxnSpPr>
        <p:spPr>
          <a:xfrm>
            <a:off x="4983360" y="3583300"/>
            <a:ext cx="2730267" cy="2699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necteur droit 47">
            <a:extLst>
              <a:ext uri="{FF2B5EF4-FFF2-40B4-BE49-F238E27FC236}">
                <a16:creationId xmlns:a16="http://schemas.microsoft.com/office/drawing/2014/main" id="{BC5A17FC-31D0-49A9-BDA7-4B196D7B4742}"/>
              </a:ext>
            </a:extLst>
          </p:cNvPr>
          <p:cNvCxnSpPr>
            <a:cxnSpLocks/>
            <a:stCxn id="191" idx="2"/>
            <a:endCxn id="224" idx="6"/>
          </p:cNvCxnSpPr>
          <p:nvPr/>
        </p:nvCxnSpPr>
        <p:spPr>
          <a:xfrm flipH="1">
            <a:off x="8016001" y="759531"/>
            <a:ext cx="2076095" cy="21600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eur droit 47">
            <a:extLst>
              <a:ext uri="{FF2B5EF4-FFF2-40B4-BE49-F238E27FC236}">
                <a16:creationId xmlns:a16="http://schemas.microsoft.com/office/drawing/2014/main" id="{DD699619-BA45-4521-9BF5-19BE68B51813}"/>
              </a:ext>
            </a:extLst>
          </p:cNvPr>
          <p:cNvCxnSpPr>
            <a:cxnSpLocks/>
            <a:stCxn id="191" idx="2"/>
            <a:endCxn id="225" idx="6"/>
          </p:cNvCxnSpPr>
          <p:nvPr/>
        </p:nvCxnSpPr>
        <p:spPr>
          <a:xfrm flipH="1">
            <a:off x="8079687" y="759531"/>
            <a:ext cx="2012409" cy="73488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eur droit 47">
            <a:extLst>
              <a:ext uri="{FF2B5EF4-FFF2-40B4-BE49-F238E27FC236}">
                <a16:creationId xmlns:a16="http://schemas.microsoft.com/office/drawing/2014/main" id="{FBA07FCB-132D-473C-89F7-CCDF98FBCACE}"/>
              </a:ext>
            </a:extLst>
          </p:cNvPr>
          <p:cNvCxnSpPr>
            <a:cxnSpLocks/>
            <a:stCxn id="191" idx="2"/>
            <a:endCxn id="227" idx="6"/>
          </p:cNvCxnSpPr>
          <p:nvPr/>
        </p:nvCxnSpPr>
        <p:spPr>
          <a:xfrm flipH="1">
            <a:off x="8093282" y="759531"/>
            <a:ext cx="1998814" cy="105076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necteur droit 47">
            <a:extLst>
              <a:ext uri="{FF2B5EF4-FFF2-40B4-BE49-F238E27FC236}">
                <a16:creationId xmlns:a16="http://schemas.microsoft.com/office/drawing/2014/main" id="{87FF18B3-BDA8-4AEB-9603-9999F310687A}"/>
              </a:ext>
            </a:extLst>
          </p:cNvPr>
          <p:cNvCxnSpPr>
            <a:cxnSpLocks/>
            <a:stCxn id="191" idx="2"/>
            <a:endCxn id="228" idx="6"/>
          </p:cNvCxnSpPr>
          <p:nvPr/>
        </p:nvCxnSpPr>
        <p:spPr>
          <a:xfrm flipH="1">
            <a:off x="8092201" y="759531"/>
            <a:ext cx="1999895" cy="140412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eur droit 47">
            <a:extLst>
              <a:ext uri="{FF2B5EF4-FFF2-40B4-BE49-F238E27FC236}">
                <a16:creationId xmlns:a16="http://schemas.microsoft.com/office/drawing/2014/main" id="{293931CE-7463-4954-A7CF-4AEA2BC61A5D}"/>
              </a:ext>
            </a:extLst>
          </p:cNvPr>
          <p:cNvCxnSpPr>
            <a:cxnSpLocks/>
            <a:stCxn id="191" idx="2"/>
            <a:endCxn id="230" idx="6"/>
          </p:cNvCxnSpPr>
          <p:nvPr/>
        </p:nvCxnSpPr>
        <p:spPr>
          <a:xfrm flipH="1">
            <a:off x="8077080" y="759531"/>
            <a:ext cx="2015016" cy="175756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eur droit 47">
            <a:extLst>
              <a:ext uri="{FF2B5EF4-FFF2-40B4-BE49-F238E27FC236}">
                <a16:creationId xmlns:a16="http://schemas.microsoft.com/office/drawing/2014/main" id="{32B1F2C7-3B77-4BA9-93A3-05C7A3C12F18}"/>
              </a:ext>
            </a:extLst>
          </p:cNvPr>
          <p:cNvCxnSpPr>
            <a:cxnSpLocks/>
            <a:stCxn id="191" idx="2"/>
            <a:endCxn id="231" idx="6"/>
          </p:cNvCxnSpPr>
          <p:nvPr/>
        </p:nvCxnSpPr>
        <p:spPr>
          <a:xfrm flipH="1">
            <a:off x="8079806" y="759531"/>
            <a:ext cx="2012290" cy="209357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eur droit 47">
            <a:extLst>
              <a:ext uri="{FF2B5EF4-FFF2-40B4-BE49-F238E27FC236}">
                <a16:creationId xmlns:a16="http://schemas.microsoft.com/office/drawing/2014/main" id="{A1E91FD3-2D51-4A6D-BD95-BBF6D9FBD0FB}"/>
              </a:ext>
            </a:extLst>
          </p:cNvPr>
          <p:cNvCxnSpPr>
            <a:cxnSpLocks/>
            <a:stCxn id="191" idx="2"/>
            <a:endCxn id="233" idx="6"/>
          </p:cNvCxnSpPr>
          <p:nvPr/>
        </p:nvCxnSpPr>
        <p:spPr>
          <a:xfrm flipH="1">
            <a:off x="8093401" y="759531"/>
            <a:ext cx="1998695" cy="24094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necteur droit 47">
            <a:extLst>
              <a:ext uri="{FF2B5EF4-FFF2-40B4-BE49-F238E27FC236}">
                <a16:creationId xmlns:a16="http://schemas.microsoft.com/office/drawing/2014/main" id="{B91B38A2-1DF9-4693-B3A7-87AB846E9A70}"/>
              </a:ext>
            </a:extLst>
          </p:cNvPr>
          <p:cNvCxnSpPr>
            <a:cxnSpLocks/>
            <a:stCxn id="191" idx="2"/>
            <a:endCxn id="234" idx="6"/>
          </p:cNvCxnSpPr>
          <p:nvPr/>
        </p:nvCxnSpPr>
        <p:spPr>
          <a:xfrm flipH="1">
            <a:off x="8092320" y="759531"/>
            <a:ext cx="1999776" cy="27628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eur droit 47">
            <a:extLst>
              <a:ext uri="{FF2B5EF4-FFF2-40B4-BE49-F238E27FC236}">
                <a16:creationId xmlns:a16="http://schemas.microsoft.com/office/drawing/2014/main" id="{C704767F-9C45-49EE-94F6-CDE57B5276FB}"/>
              </a:ext>
            </a:extLst>
          </p:cNvPr>
          <p:cNvCxnSpPr>
            <a:cxnSpLocks/>
            <a:stCxn id="191" idx="2"/>
            <a:endCxn id="236" idx="6"/>
          </p:cNvCxnSpPr>
          <p:nvPr/>
        </p:nvCxnSpPr>
        <p:spPr>
          <a:xfrm flipH="1">
            <a:off x="8094268" y="759531"/>
            <a:ext cx="1997828" cy="315896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necteur droit 47">
            <a:extLst>
              <a:ext uri="{FF2B5EF4-FFF2-40B4-BE49-F238E27FC236}">
                <a16:creationId xmlns:a16="http://schemas.microsoft.com/office/drawing/2014/main" id="{0452931C-725F-4E97-8EBF-512CC56A7BC4}"/>
              </a:ext>
            </a:extLst>
          </p:cNvPr>
          <p:cNvCxnSpPr>
            <a:cxnSpLocks/>
            <a:stCxn id="191" idx="2"/>
            <a:endCxn id="238" idx="6"/>
          </p:cNvCxnSpPr>
          <p:nvPr/>
        </p:nvCxnSpPr>
        <p:spPr>
          <a:xfrm flipH="1">
            <a:off x="8096994" y="759531"/>
            <a:ext cx="1995102" cy="349496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necteur droit 47">
            <a:extLst>
              <a:ext uri="{FF2B5EF4-FFF2-40B4-BE49-F238E27FC236}">
                <a16:creationId xmlns:a16="http://schemas.microsoft.com/office/drawing/2014/main" id="{E389AEF2-3B33-496E-ACF3-DD430EFCA699}"/>
              </a:ext>
            </a:extLst>
          </p:cNvPr>
          <p:cNvCxnSpPr>
            <a:cxnSpLocks/>
            <a:stCxn id="191" idx="2"/>
            <a:endCxn id="240" idx="6"/>
          </p:cNvCxnSpPr>
          <p:nvPr/>
        </p:nvCxnSpPr>
        <p:spPr>
          <a:xfrm flipH="1">
            <a:off x="8110589" y="759531"/>
            <a:ext cx="1981507" cy="381084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eur droit 47">
            <a:extLst>
              <a:ext uri="{FF2B5EF4-FFF2-40B4-BE49-F238E27FC236}">
                <a16:creationId xmlns:a16="http://schemas.microsoft.com/office/drawing/2014/main" id="{C7F0D965-1595-4AA9-A80F-9199193B5758}"/>
              </a:ext>
            </a:extLst>
          </p:cNvPr>
          <p:cNvCxnSpPr>
            <a:cxnSpLocks/>
            <a:stCxn id="191" idx="2"/>
            <a:endCxn id="242" idx="6"/>
          </p:cNvCxnSpPr>
          <p:nvPr/>
        </p:nvCxnSpPr>
        <p:spPr>
          <a:xfrm flipH="1">
            <a:off x="8109508" y="759531"/>
            <a:ext cx="1982588" cy="416420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eur droit 47">
            <a:extLst>
              <a:ext uri="{FF2B5EF4-FFF2-40B4-BE49-F238E27FC236}">
                <a16:creationId xmlns:a16="http://schemas.microsoft.com/office/drawing/2014/main" id="{7D620B7A-6E0E-4E45-8D5D-A67BAF24A5C7}"/>
              </a:ext>
            </a:extLst>
          </p:cNvPr>
          <p:cNvCxnSpPr>
            <a:cxnSpLocks/>
            <a:stCxn id="191" idx="2"/>
            <a:endCxn id="244" idx="6"/>
          </p:cNvCxnSpPr>
          <p:nvPr/>
        </p:nvCxnSpPr>
        <p:spPr>
          <a:xfrm flipH="1">
            <a:off x="8094387" y="759531"/>
            <a:ext cx="1997709" cy="45176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eur droit 47">
            <a:extLst>
              <a:ext uri="{FF2B5EF4-FFF2-40B4-BE49-F238E27FC236}">
                <a16:creationId xmlns:a16="http://schemas.microsoft.com/office/drawing/2014/main" id="{6548C6D1-1784-4D67-A45A-47F2504B4A23}"/>
              </a:ext>
            </a:extLst>
          </p:cNvPr>
          <p:cNvCxnSpPr>
            <a:cxnSpLocks/>
            <a:stCxn id="191" idx="2"/>
            <a:endCxn id="246" idx="6"/>
          </p:cNvCxnSpPr>
          <p:nvPr/>
        </p:nvCxnSpPr>
        <p:spPr>
          <a:xfrm flipH="1">
            <a:off x="8097113" y="759531"/>
            <a:ext cx="1994983" cy="485365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eur droit 47">
            <a:extLst>
              <a:ext uri="{FF2B5EF4-FFF2-40B4-BE49-F238E27FC236}">
                <a16:creationId xmlns:a16="http://schemas.microsoft.com/office/drawing/2014/main" id="{5C3553D9-FC86-4B55-9355-ED3B646BE024}"/>
              </a:ext>
            </a:extLst>
          </p:cNvPr>
          <p:cNvCxnSpPr>
            <a:cxnSpLocks/>
            <a:stCxn id="191" idx="2"/>
            <a:endCxn id="247" idx="6"/>
          </p:cNvCxnSpPr>
          <p:nvPr/>
        </p:nvCxnSpPr>
        <p:spPr>
          <a:xfrm flipH="1">
            <a:off x="8110708" y="759531"/>
            <a:ext cx="1981388" cy="516952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onnecteur droit 47">
            <a:extLst>
              <a:ext uri="{FF2B5EF4-FFF2-40B4-BE49-F238E27FC236}">
                <a16:creationId xmlns:a16="http://schemas.microsoft.com/office/drawing/2014/main" id="{460D4C43-CD64-41D9-80B3-92EFC147BB39}"/>
              </a:ext>
            </a:extLst>
          </p:cNvPr>
          <p:cNvCxnSpPr>
            <a:cxnSpLocks/>
            <a:stCxn id="191" idx="2"/>
            <a:endCxn id="248" idx="6"/>
          </p:cNvCxnSpPr>
          <p:nvPr/>
        </p:nvCxnSpPr>
        <p:spPr>
          <a:xfrm flipH="1">
            <a:off x="8109627" y="759531"/>
            <a:ext cx="1982469" cy="552289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necteur droit 53">
            <a:extLst>
              <a:ext uri="{FF2B5EF4-FFF2-40B4-BE49-F238E27FC236}">
                <a16:creationId xmlns:a16="http://schemas.microsoft.com/office/drawing/2014/main" id="{099C3D83-FF1E-42AD-90D2-8E34076234D1}"/>
              </a:ext>
            </a:extLst>
          </p:cNvPr>
          <p:cNvCxnSpPr>
            <a:cxnSpLocks/>
            <a:stCxn id="248" idx="6"/>
            <a:endCxn id="192" idx="2"/>
          </p:cNvCxnSpPr>
          <p:nvPr/>
        </p:nvCxnSpPr>
        <p:spPr>
          <a:xfrm flipV="1">
            <a:off x="8109627" y="6165936"/>
            <a:ext cx="1982469" cy="116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onnecteur droit 53">
            <a:extLst>
              <a:ext uri="{FF2B5EF4-FFF2-40B4-BE49-F238E27FC236}">
                <a16:creationId xmlns:a16="http://schemas.microsoft.com/office/drawing/2014/main" id="{541FFED5-D235-49CE-890B-720006A3C81C}"/>
              </a:ext>
            </a:extLst>
          </p:cNvPr>
          <p:cNvCxnSpPr>
            <a:cxnSpLocks/>
            <a:stCxn id="247" idx="6"/>
            <a:endCxn id="192" idx="2"/>
          </p:cNvCxnSpPr>
          <p:nvPr/>
        </p:nvCxnSpPr>
        <p:spPr>
          <a:xfrm>
            <a:off x="8110708" y="5929060"/>
            <a:ext cx="1981388" cy="236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necteur droit 53">
            <a:extLst>
              <a:ext uri="{FF2B5EF4-FFF2-40B4-BE49-F238E27FC236}">
                <a16:creationId xmlns:a16="http://schemas.microsoft.com/office/drawing/2014/main" id="{6501CD1D-CF74-4069-B5E3-8D1211896BD8}"/>
              </a:ext>
            </a:extLst>
          </p:cNvPr>
          <p:cNvCxnSpPr>
            <a:cxnSpLocks/>
            <a:stCxn id="246" idx="6"/>
            <a:endCxn id="192" idx="2"/>
          </p:cNvCxnSpPr>
          <p:nvPr/>
        </p:nvCxnSpPr>
        <p:spPr>
          <a:xfrm>
            <a:off x="8097113" y="5613185"/>
            <a:ext cx="1994983" cy="552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necteur droit 53">
            <a:extLst>
              <a:ext uri="{FF2B5EF4-FFF2-40B4-BE49-F238E27FC236}">
                <a16:creationId xmlns:a16="http://schemas.microsoft.com/office/drawing/2014/main" id="{FCE2811E-EB0C-4C2B-BFAF-C52591F31D10}"/>
              </a:ext>
            </a:extLst>
          </p:cNvPr>
          <p:cNvCxnSpPr>
            <a:cxnSpLocks/>
            <a:stCxn id="244" idx="6"/>
            <a:endCxn id="192" idx="3"/>
          </p:cNvCxnSpPr>
          <p:nvPr/>
        </p:nvCxnSpPr>
        <p:spPr>
          <a:xfrm>
            <a:off x="8094387" y="5277181"/>
            <a:ext cx="2029341" cy="965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eur droit 53">
            <a:extLst>
              <a:ext uri="{FF2B5EF4-FFF2-40B4-BE49-F238E27FC236}">
                <a16:creationId xmlns:a16="http://schemas.microsoft.com/office/drawing/2014/main" id="{173082AA-A394-4949-9EAB-6378C0291E28}"/>
              </a:ext>
            </a:extLst>
          </p:cNvPr>
          <p:cNvCxnSpPr>
            <a:cxnSpLocks/>
            <a:stCxn id="242" idx="6"/>
            <a:endCxn id="192" idx="3"/>
          </p:cNvCxnSpPr>
          <p:nvPr/>
        </p:nvCxnSpPr>
        <p:spPr>
          <a:xfrm>
            <a:off x="8109508" y="4923733"/>
            <a:ext cx="2014220" cy="1318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eur droit 53">
            <a:extLst>
              <a:ext uri="{FF2B5EF4-FFF2-40B4-BE49-F238E27FC236}">
                <a16:creationId xmlns:a16="http://schemas.microsoft.com/office/drawing/2014/main" id="{65A237AF-4422-4FD8-A95A-FFBFD1A0A62F}"/>
              </a:ext>
            </a:extLst>
          </p:cNvPr>
          <p:cNvCxnSpPr>
            <a:cxnSpLocks/>
            <a:stCxn id="240" idx="6"/>
            <a:endCxn id="192" idx="2"/>
          </p:cNvCxnSpPr>
          <p:nvPr/>
        </p:nvCxnSpPr>
        <p:spPr>
          <a:xfrm>
            <a:off x="8110589" y="4570372"/>
            <a:ext cx="1981507" cy="1595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onnecteur droit 53">
            <a:extLst>
              <a:ext uri="{FF2B5EF4-FFF2-40B4-BE49-F238E27FC236}">
                <a16:creationId xmlns:a16="http://schemas.microsoft.com/office/drawing/2014/main" id="{721E4151-F082-4996-B80A-EEFABCA838AF}"/>
              </a:ext>
            </a:extLst>
          </p:cNvPr>
          <p:cNvCxnSpPr>
            <a:cxnSpLocks/>
            <a:stCxn id="238" idx="6"/>
            <a:endCxn id="192" idx="3"/>
          </p:cNvCxnSpPr>
          <p:nvPr/>
        </p:nvCxnSpPr>
        <p:spPr>
          <a:xfrm>
            <a:off x="8096994" y="4254497"/>
            <a:ext cx="2026734" cy="1987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onnecteur droit 53">
            <a:extLst>
              <a:ext uri="{FF2B5EF4-FFF2-40B4-BE49-F238E27FC236}">
                <a16:creationId xmlns:a16="http://schemas.microsoft.com/office/drawing/2014/main" id="{45BCA97A-88A5-4F38-8D44-CA90E23EB958}"/>
              </a:ext>
            </a:extLst>
          </p:cNvPr>
          <p:cNvCxnSpPr>
            <a:cxnSpLocks/>
            <a:stCxn id="234" idx="6"/>
            <a:endCxn id="192" idx="2"/>
          </p:cNvCxnSpPr>
          <p:nvPr/>
        </p:nvCxnSpPr>
        <p:spPr>
          <a:xfrm>
            <a:off x="8092320" y="3522340"/>
            <a:ext cx="1999776" cy="2643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eur droit 53">
            <a:extLst>
              <a:ext uri="{FF2B5EF4-FFF2-40B4-BE49-F238E27FC236}">
                <a16:creationId xmlns:a16="http://schemas.microsoft.com/office/drawing/2014/main" id="{7537F643-C58D-4169-827A-9D4EB23B0A4C}"/>
              </a:ext>
            </a:extLst>
          </p:cNvPr>
          <p:cNvCxnSpPr>
            <a:cxnSpLocks/>
            <a:stCxn id="233" idx="6"/>
            <a:endCxn id="192" idx="2"/>
          </p:cNvCxnSpPr>
          <p:nvPr/>
        </p:nvCxnSpPr>
        <p:spPr>
          <a:xfrm>
            <a:off x="8093401" y="3168979"/>
            <a:ext cx="1998695" cy="2996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eur droit 53">
            <a:extLst>
              <a:ext uri="{FF2B5EF4-FFF2-40B4-BE49-F238E27FC236}">
                <a16:creationId xmlns:a16="http://schemas.microsoft.com/office/drawing/2014/main" id="{6F5B9A73-AF4D-4362-B69D-6E51AD9BD8AF}"/>
              </a:ext>
            </a:extLst>
          </p:cNvPr>
          <p:cNvCxnSpPr>
            <a:cxnSpLocks/>
            <a:stCxn id="231" idx="6"/>
            <a:endCxn id="192" idx="2"/>
          </p:cNvCxnSpPr>
          <p:nvPr/>
        </p:nvCxnSpPr>
        <p:spPr>
          <a:xfrm>
            <a:off x="8079806" y="2853104"/>
            <a:ext cx="2012290" cy="3312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eur droit 53">
            <a:extLst>
              <a:ext uri="{FF2B5EF4-FFF2-40B4-BE49-F238E27FC236}">
                <a16:creationId xmlns:a16="http://schemas.microsoft.com/office/drawing/2014/main" id="{7A5A3FED-8A6E-41A1-A262-B44AA07AF6F4}"/>
              </a:ext>
            </a:extLst>
          </p:cNvPr>
          <p:cNvCxnSpPr>
            <a:cxnSpLocks/>
            <a:stCxn id="230" idx="6"/>
            <a:endCxn id="192" idx="3"/>
          </p:cNvCxnSpPr>
          <p:nvPr/>
        </p:nvCxnSpPr>
        <p:spPr>
          <a:xfrm>
            <a:off x="8077080" y="2517100"/>
            <a:ext cx="2046648" cy="3725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53">
            <a:extLst>
              <a:ext uri="{FF2B5EF4-FFF2-40B4-BE49-F238E27FC236}">
                <a16:creationId xmlns:a16="http://schemas.microsoft.com/office/drawing/2014/main" id="{B2908F13-535F-4BFE-B8B8-4B8602C359D1}"/>
              </a:ext>
            </a:extLst>
          </p:cNvPr>
          <p:cNvCxnSpPr>
            <a:cxnSpLocks/>
            <a:stCxn id="228" idx="6"/>
            <a:endCxn id="192" idx="3"/>
          </p:cNvCxnSpPr>
          <p:nvPr/>
        </p:nvCxnSpPr>
        <p:spPr>
          <a:xfrm>
            <a:off x="8092201" y="2163652"/>
            <a:ext cx="2031527" cy="4078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cteur droit 53">
            <a:extLst>
              <a:ext uri="{FF2B5EF4-FFF2-40B4-BE49-F238E27FC236}">
                <a16:creationId xmlns:a16="http://schemas.microsoft.com/office/drawing/2014/main" id="{6FD99677-0C8C-4ADD-8680-41BC5C2164B8}"/>
              </a:ext>
            </a:extLst>
          </p:cNvPr>
          <p:cNvCxnSpPr>
            <a:cxnSpLocks/>
            <a:stCxn id="225" idx="6"/>
            <a:endCxn id="192" idx="2"/>
          </p:cNvCxnSpPr>
          <p:nvPr/>
        </p:nvCxnSpPr>
        <p:spPr>
          <a:xfrm>
            <a:off x="8079687" y="1494416"/>
            <a:ext cx="2012409" cy="4671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necteur droit 53">
            <a:extLst>
              <a:ext uri="{FF2B5EF4-FFF2-40B4-BE49-F238E27FC236}">
                <a16:creationId xmlns:a16="http://schemas.microsoft.com/office/drawing/2014/main" id="{B69D7A0C-C94B-4C54-9A4E-8EE342FD3F35}"/>
              </a:ext>
            </a:extLst>
          </p:cNvPr>
          <p:cNvCxnSpPr>
            <a:cxnSpLocks/>
            <a:stCxn id="224" idx="6"/>
            <a:endCxn id="192" idx="2"/>
          </p:cNvCxnSpPr>
          <p:nvPr/>
        </p:nvCxnSpPr>
        <p:spPr>
          <a:xfrm>
            <a:off x="8016001" y="975532"/>
            <a:ext cx="2076095" cy="5190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7F8A8941-D5F2-4696-BA47-5E01E58C69AE}"/>
              </a:ext>
            </a:extLst>
          </p:cNvPr>
          <p:cNvCxnSpPr/>
          <p:nvPr/>
        </p:nvCxnSpPr>
        <p:spPr>
          <a:xfrm>
            <a:off x="122336" y="3522340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9D801D7E-02B7-467E-A943-F1B455D221A1}"/>
              </a:ext>
            </a:extLst>
          </p:cNvPr>
          <p:cNvCxnSpPr/>
          <p:nvPr/>
        </p:nvCxnSpPr>
        <p:spPr>
          <a:xfrm>
            <a:off x="11210008" y="3252458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F021342E-BDD8-4C5C-871C-5B2E8C343C23}"/>
              </a:ext>
            </a:extLst>
          </p:cNvPr>
          <p:cNvSpPr txBox="1"/>
          <p:nvPr/>
        </p:nvSpPr>
        <p:spPr>
          <a:xfrm>
            <a:off x="11385664" y="2610752"/>
            <a:ext cx="568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0070C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9165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81" grpId="0" animBg="1"/>
      <p:bldP spid="183" grpId="0" animBg="1"/>
      <p:bldP spid="184" grpId="0" animBg="1"/>
      <p:bldP spid="186" grpId="0" animBg="1"/>
      <p:bldP spid="187" grpId="0" animBg="1"/>
      <p:bldP spid="189" grpId="0" animBg="1"/>
      <p:bldP spid="190" grpId="0" animBg="1"/>
      <p:bldP spid="191" grpId="0" animBg="1"/>
      <p:bldP spid="192" grpId="0" animBg="1"/>
      <p:bldP spid="193" grpId="0"/>
      <p:bldP spid="194" grpId="0"/>
      <p:bldP spid="195" grpId="0"/>
      <p:bldP spid="197" grpId="0"/>
      <p:bldP spid="198" grpId="0"/>
      <p:bldP spid="200" grpId="0"/>
      <p:bldP spid="201" grpId="0"/>
      <p:bldP spid="203" grpId="0"/>
      <p:bldP spid="204" grpId="0"/>
      <p:bldP spid="206" grpId="0"/>
      <p:bldP spid="209" grpId="0" animBg="1"/>
      <p:bldP spid="210" grpId="0" animBg="1"/>
      <p:bldP spid="212" grpId="0" animBg="1"/>
      <p:bldP spid="213" grpId="0" animBg="1"/>
      <p:bldP spid="215" grpId="0" animBg="1"/>
      <p:bldP spid="216" grpId="0" animBg="1"/>
      <p:bldP spid="218" grpId="0" animBg="1"/>
      <p:bldP spid="219" grpId="0" animBg="1"/>
      <p:bldP spid="221" grpId="0" animBg="1"/>
      <p:bldP spid="222" grpId="0"/>
      <p:bldP spid="224" grpId="0" animBg="1"/>
      <p:bldP spid="225" grpId="0" animBg="1"/>
      <p:bldP spid="227" grpId="0" animBg="1"/>
      <p:bldP spid="228" grpId="0" animBg="1"/>
      <p:bldP spid="230" grpId="0" animBg="1"/>
      <p:bldP spid="231" grpId="0" animBg="1"/>
      <p:bldP spid="233" grpId="0" animBg="1"/>
      <p:bldP spid="234" grpId="0" animBg="1"/>
      <p:bldP spid="236" grpId="0" animBg="1"/>
      <p:bldP spid="238" grpId="0" animBg="1"/>
      <p:bldP spid="240" grpId="0" animBg="1"/>
      <p:bldP spid="242" grpId="0" animBg="1"/>
      <p:bldP spid="244" grpId="0" animBg="1"/>
      <p:bldP spid="246" grpId="0" animBg="1"/>
      <p:bldP spid="247" grpId="0" animBg="1"/>
      <p:bldP spid="248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1" grpId="0" animBg="1"/>
      <p:bldP spid="282" grpId="0" animBg="1"/>
      <p:bldP spid="284" grpId="0" animBg="1"/>
      <p:bldP spid="285" grpId="0" animBg="1"/>
      <p:bldP spid="287" grpId="0" animBg="1"/>
      <p:bldP spid="288" grpId="0" animBg="1"/>
      <p:bldP spid="290" grpId="0" animBg="1"/>
      <p:bldP spid="291" grpId="0" animBg="1"/>
      <p:bldP spid="29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1569720" y="922184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39095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E1C8BA-22CA-3452-5FBD-72793F52D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1" y="854393"/>
            <a:ext cx="3370470" cy="2538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E2FA6E-C751-29F8-84E6-4C1C90BBB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793" y="842420"/>
            <a:ext cx="3428413" cy="2538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F0E842-F0DF-A73D-923D-7E233BAAE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844" y="854392"/>
            <a:ext cx="3279756" cy="2434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303CF5-8456-53E3-E0E0-88BE9957D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16" y="3806444"/>
            <a:ext cx="3279755" cy="2485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4A2BB3-5D2C-CBC7-DFDF-08327A27D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853" y="3806444"/>
            <a:ext cx="3279756" cy="24853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FBD586-D519-1687-B79E-51A543EEC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004" y="3840482"/>
            <a:ext cx="3279756" cy="24853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486FB8-E510-9099-EF19-5EDFDB68D590}"/>
              </a:ext>
            </a:extLst>
          </p:cNvPr>
          <p:cNvCxnSpPr>
            <a:cxnSpLocks/>
          </p:cNvCxnSpPr>
          <p:nvPr/>
        </p:nvCxnSpPr>
        <p:spPr>
          <a:xfrm flipV="1">
            <a:off x="8488680" y="4175760"/>
            <a:ext cx="2651760" cy="1679807"/>
          </a:xfrm>
          <a:prstGeom prst="line">
            <a:avLst/>
          </a:prstGeom>
          <a:ln w="28575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0B1A8E-DF3E-E1A8-0234-805D3F73A8E9}"/>
              </a:ext>
            </a:extLst>
          </p:cNvPr>
          <p:cNvCxnSpPr>
            <a:cxnSpLocks/>
          </p:cNvCxnSpPr>
          <p:nvPr/>
        </p:nvCxnSpPr>
        <p:spPr>
          <a:xfrm flipV="1">
            <a:off x="4490775" y="5721667"/>
            <a:ext cx="2717745" cy="267800"/>
          </a:xfrm>
          <a:prstGeom prst="line">
            <a:avLst/>
          </a:prstGeom>
          <a:ln w="28575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8BA6DE-1563-7856-F648-67F06748BDFE}"/>
              </a:ext>
            </a:extLst>
          </p:cNvPr>
          <p:cNvSpPr txBox="1"/>
          <p:nvPr/>
        </p:nvSpPr>
        <p:spPr>
          <a:xfrm>
            <a:off x="0" y="428159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bg2">
                    <a:lumMod val="25000"/>
                  </a:schemeClr>
                </a:solidFill>
              </a:rPr>
              <a:t>Cas 1: points (Historique) se trouvant sur la même droite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C9800-9821-B698-E01A-715CCAD5CEF1}"/>
              </a:ext>
            </a:extLst>
          </p:cNvPr>
          <p:cNvSpPr txBox="1"/>
          <p:nvPr/>
        </p:nvSpPr>
        <p:spPr>
          <a:xfrm>
            <a:off x="0" y="3369326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bg2">
                    <a:lumMod val="25000"/>
                  </a:schemeClr>
                </a:solidFill>
              </a:rPr>
              <a:t>Cas 2: nuage de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1506F-243E-833B-2702-9FFCD9543163}"/>
              </a:ext>
            </a:extLst>
          </p:cNvPr>
          <p:cNvSpPr txBox="1"/>
          <p:nvPr/>
        </p:nvSpPr>
        <p:spPr>
          <a:xfrm>
            <a:off x="0" y="37117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Un modèle de régression</a:t>
            </a:r>
          </a:p>
        </p:txBody>
      </p:sp>
    </p:spTree>
    <p:extLst>
      <p:ext uri="{BB962C8B-B14F-4D97-AF65-F5344CB8AC3E}">
        <p14:creationId xmlns:p14="http://schemas.microsoft.com/office/powerpoint/2010/main" val="171360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CA4E0-9FA8-13E5-A093-E2A33C87B0A3}"/>
              </a:ext>
            </a:extLst>
          </p:cNvPr>
          <p:cNvSpPr txBox="1"/>
          <p:nvPr/>
        </p:nvSpPr>
        <p:spPr>
          <a:xfrm>
            <a:off x="42183" y="1360318"/>
            <a:ext cx="11000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MA" b="1" dirty="0"/>
              <a:t>Data set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41D0C5-BA6E-BF4F-167C-02DB246C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46202"/>
              </p:ext>
            </p:extLst>
          </p:nvPr>
        </p:nvGraphicFramePr>
        <p:xfrm>
          <a:off x="48459" y="1730662"/>
          <a:ext cx="5257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94">
                  <a:extLst>
                    <a:ext uri="{9D8B030D-6E8A-4147-A177-3AD203B41FA5}">
                      <a16:colId xmlns:a16="http://schemas.microsoft.com/office/drawing/2014/main" val="3383394822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X1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0F3D04-664F-6891-3E5B-698FBB5ED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897004"/>
              </p:ext>
            </p:extLst>
          </p:nvPr>
        </p:nvGraphicFramePr>
        <p:xfrm>
          <a:off x="632366" y="1737455"/>
          <a:ext cx="490527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527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E6BCE71-2DC3-BBE1-1CE5-F04DE7FB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62" y="2673068"/>
            <a:ext cx="2229803" cy="1711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8D261-900C-430B-4617-DFB4C5411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01" y="921068"/>
            <a:ext cx="3543740" cy="2702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370EF-FD53-C669-E7FE-6986901569EC}"/>
              </a:ext>
            </a:extLst>
          </p:cNvPr>
          <p:cNvSpPr txBox="1"/>
          <p:nvPr/>
        </p:nvSpPr>
        <p:spPr>
          <a:xfrm>
            <a:off x="8196026" y="810550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bias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w</a:t>
            </a:r>
            <a:r>
              <a:rPr lang="fr-MA" sz="2000" b="1" baseline="-25000" dirty="0">
                <a:solidFill>
                  <a:srgbClr val="0066FF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* X1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B6765-1CD8-0B1E-D735-A47E4B30DE2D}"/>
              </a:ext>
            </a:extLst>
          </p:cNvPr>
          <p:cNvSpPr txBox="1"/>
          <p:nvPr/>
        </p:nvSpPr>
        <p:spPr>
          <a:xfrm>
            <a:off x="8235557" y="4731945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FF0000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3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* X1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F986D-D1B8-F4EA-87A1-F278AA38F58A}"/>
              </a:ext>
            </a:extLst>
          </p:cNvPr>
          <p:cNvSpPr txBox="1"/>
          <p:nvPr/>
        </p:nvSpPr>
        <p:spPr>
          <a:xfrm>
            <a:off x="8058866" y="83141"/>
            <a:ext cx="3486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Objectif:</a:t>
            </a:r>
          </a:p>
          <a:p>
            <a:r>
              <a:rPr lang="fr-MA" b="1" dirty="0"/>
              <a:t>Trouver un modèle ayant la forme: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66B0AF-5ED3-8466-7852-98A09081D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762" y="750129"/>
            <a:ext cx="2229803" cy="17492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3177EA-77B2-003A-78F1-E0D90D2629EC}"/>
              </a:ext>
            </a:extLst>
          </p:cNvPr>
          <p:cNvSpPr txBox="1"/>
          <p:nvPr/>
        </p:nvSpPr>
        <p:spPr>
          <a:xfrm>
            <a:off x="5379507" y="750129"/>
            <a:ext cx="573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66FF"/>
                </a:solidFill>
                <a:latin typeface="+mj-lt"/>
              </a:rPr>
              <a:t>H</a:t>
            </a:r>
            <a:r>
              <a:rPr lang="fr-MA" sz="1800" b="1" baseline="-25000" dirty="0">
                <a:solidFill>
                  <a:srgbClr val="0066FF"/>
                </a:solidFill>
                <a:latin typeface="+mj-lt"/>
              </a:rPr>
              <a:t>1</a:t>
            </a:r>
            <a:endParaRPr lang="fr-MA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6929C-631F-8D32-7DFF-134D4AE0DDDD}"/>
              </a:ext>
            </a:extLst>
          </p:cNvPr>
          <p:cNvSpPr txBox="1"/>
          <p:nvPr/>
        </p:nvSpPr>
        <p:spPr>
          <a:xfrm>
            <a:off x="5470947" y="3030944"/>
            <a:ext cx="573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66FF"/>
                </a:solidFill>
                <a:latin typeface="+mj-lt"/>
              </a:rPr>
              <a:t>H</a:t>
            </a:r>
            <a:r>
              <a:rPr lang="fr-MA" sz="1800" b="1" baseline="-25000" dirty="0">
                <a:solidFill>
                  <a:srgbClr val="0066FF"/>
                </a:solidFill>
                <a:latin typeface="+mj-lt"/>
              </a:rPr>
              <a:t>m</a:t>
            </a:r>
            <a:endParaRPr lang="fr-MA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15BAC-127C-E37A-104C-9DC6C91FCBF9}"/>
              </a:ext>
            </a:extLst>
          </p:cNvPr>
          <p:cNvSpPr txBox="1"/>
          <p:nvPr/>
        </p:nvSpPr>
        <p:spPr>
          <a:xfrm>
            <a:off x="0" y="37117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Un modèle de régression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771AB-3293-5D4D-0CBF-759ACD93CB52}"/>
              </a:ext>
            </a:extLst>
          </p:cNvPr>
          <p:cNvSpPr txBox="1"/>
          <p:nvPr/>
        </p:nvSpPr>
        <p:spPr>
          <a:xfrm>
            <a:off x="8333186" y="1803609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FF0000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* X1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F5BCFA-6C63-9D74-AAD8-3C14DE819983}"/>
              </a:ext>
            </a:extLst>
          </p:cNvPr>
          <p:cNvSpPr txBox="1"/>
          <p:nvPr/>
        </p:nvSpPr>
        <p:spPr>
          <a:xfrm>
            <a:off x="8174597" y="1362120"/>
            <a:ext cx="40174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Exemple 1 de modèle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D26D0-0F9F-1A51-D942-815EF1669D31}"/>
              </a:ext>
            </a:extLst>
          </p:cNvPr>
          <p:cNvSpPr txBox="1"/>
          <p:nvPr/>
        </p:nvSpPr>
        <p:spPr>
          <a:xfrm>
            <a:off x="8103761" y="2292068"/>
            <a:ext cx="3925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Tester le modèle:</a:t>
            </a:r>
          </a:p>
          <a:p>
            <a:r>
              <a:rPr lang="fr-MA" b="1" dirty="0"/>
              <a:t>H(7)=</a:t>
            </a:r>
            <a:r>
              <a:rPr lang="fr-MA" b="1" dirty="0">
                <a:solidFill>
                  <a:srgbClr val="0065FA"/>
                </a:solidFill>
              </a:rPr>
              <a:t>1</a:t>
            </a:r>
            <a:r>
              <a:rPr lang="fr-MA" b="1" dirty="0"/>
              <a:t>+</a:t>
            </a:r>
            <a:r>
              <a:rPr lang="fr-MA" b="1" dirty="0">
                <a:solidFill>
                  <a:srgbClr val="0065FA"/>
                </a:solidFill>
              </a:rPr>
              <a:t>1</a:t>
            </a:r>
            <a:r>
              <a:rPr lang="fr-MA" b="1" dirty="0"/>
              <a:t>*7=8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0EF62EB0-506B-18A7-0F78-7E5D077F8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73418"/>
              </p:ext>
            </p:extLst>
          </p:nvPr>
        </p:nvGraphicFramePr>
        <p:xfrm>
          <a:off x="59204" y="3401889"/>
          <a:ext cx="5150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50">
                  <a:extLst>
                    <a:ext uri="{9D8B030D-6E8A-4147-A177-3AD203B41FA5}">
                      <a16:colId xmlns:a16="http://schemas.microsoft.com/office/drawing/2014/main" val="349866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MA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60203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2E8097C-9479-55C7-5AA0-FE5910761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00884"/>
              </p:ext>
            </p:extLst>
          </p:nvPr>
        </p:nvGraphicFramePr>
        <p:xfrm>
          <a:off x="607843" y="3411221"/>
          <a:ext cx="5150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50">
                  <a:extLst>
                    <a:ext uri="{9D8B030D-6E8A-4147-A177-3AD203B41FA5}">
                      <a16:colId xmlns:a16="http://schemas.microsoft.com/office/drawing/2014/main" val="349866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MA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60203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97C407F-F468-5E8B-4B17-029B3DE0693C}"/>
              </a:ext>
            </a:extLst>
          </p:cNvPr>
          <p:cNvSpPr txBox="1"/>
          <p:nvPr/>
        </p:nvSpPr>
        <p:spPr>
          <a:xfrm>
            <a:off x="8103761" y="3048000"/>
            <a:ext cx="341267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predicted_y</a:t>
            </a:r>
            <a:r>
              <a:rPr lang="fr-MA" b="1" dirty="0"/>
              <a:t>=8</a:t>
            </a:r>
          </a:p>
          <a:p>
            <a:r>
              <a:rPr lang="fr-MA" b="1" dirty="0" err="1"/>
              <a:t>actual_y</a:t>
            </a:r>
            <a:r>
              <a:rPr lang="fr-MA" b="1" dirty="0"/>
              <a:t>=22</a:t>
            </a:r>
          </a:p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actual_y</a:t>
            </a:r>
            <a:r>
              <a:rPr lang="fr-MA" b="1" dirty="0">
                <a:solidFill>
                  <a:srgbClr val="FF3300"/>
                </a:solidFill>
              </a:rPr>
              <a:t>- </a:t>
            </a:r>
            <a:r>
              <a:rPr lang="fr-MA" b="1" dirty="0" err="1">
                <a:solidFill>
                  <a:srgbClr val="FF3300"/>
                </a:solidFill>
              </a:rPr>
              <a:t>predicted_y</a:t>
            </a:r>
            <a:r>
              <a:rPr lang="fr-MA" b="1" dirty="0">
                <a:solidFill>
                  <a:srgbClr val="FF3300"/>
                </a:solidFill>
              </a:rPr>
              <a:t>=-14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FE1137-DC1E-E79E-3EA7-902B4A626135}"/>
              </a:ext>
            </a:extLst>
          </p:cNvPr>
          <p:cNvSpPr txBox="1"/>
          <p:nvPr/>
        </p:nvSpPr>
        <p:spPr>
          <a:xfrm>
            <a:off x="8168407" y="4236594"/>
            <a:ext cx="40174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b="1" dirty="0"/>
              <a:t>Exemple 2 de modèle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D3F34E-95F1-A519-65C5-8A535C66CDA7}"/>
              </a:ext>
            </a:extLst>
          </p:cNvPr>
          <p:cNvSpPr txBox="1"/>
          <p:nvPr/>
        </p:nvSpPr>
        <p:spPr>
          <a:xfrm>
            <a:off x="8168408" y="5062714"/>
            <a:ext cx="3925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Tester le modèle:</a:t>
            </a:r>
          </a:p>
          <a:p>
            <a:r>
              <a:rPr lang="fr-MA" b="1" dirty="0"/>
              <a:t>H(7)=</a:t>
            </a:r>
            <a:r>
              <a:rPr lang="fr-MA" b="1" dirty="0">
                <a:solidFill>
                  <a:srgbClr val="0065FA"/>
                </a:solidFill>
              </a:rPr>
              <a:t>1</a:t>
            </a:r>
            <a:r>
              <a:rPr lang="fr-MA" b="1" dirty="0"/>
              <a:t>+</a:t>
            </a:r>
            <a:r>
              <a:rPr lang="fr-MA" b="1" dirty="0">
                <a:solidFill>
                  <a:srgbClr val="0065FA"/>
                </a:solidFill>
              </a:rPr>
              <a:t>3</a:t>
            </a:r>
            <a:r>
              <a:rPr lang="fr-MA" b="1" dirty="0"/>
              <a:t>*7=22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8E4C80-377C-BAB6-4020-23E9E2151765}"/>
              </a:ext>
            </a:extLst>
          </p:cNvPr>
          <p:cNvSpPr txBox="1"/>
          <p:nvPr/>
        </p:nvSpPr>
        <p:spPr>
          <a:xfrm>
            <a:off x="8168408" y="5818646"/>
            <a:ext cx="341267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predicted_y</a:t>
            </a:r>
            <a:r>
              <a:rPr lang="fr-MA" b="1" dirty="0"/>
              <a:t>=22</a:t>
            </a:r>
          </a:p>
          <a:p>
            <a:r>
              <a:rPr lang="fr-MA" b="1" dirty="0" err="1"/>
              <a:t>actual_y</a:t>
            </a:r>
            <a:r>
              <a:rPr lang="fr-MA" b="1" dirty="0"/>
              <a:t>=22</a:t>
            </a:r>
          </a:p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actual_y</a:t>
            </a:r>
            <a:r>
              <a:rPr lang="fr-MA" b="1" dirty="0">
                <a:solidFill>
                  <a:srgbClr val="FF3300"/>
                </a:solidFill>
              </a:rPr>
              <a:t>- </a:t>
            </a:r>
            <a:r>
              <a:rPr lang="fr-MA" b="1" dirty="0" err="1">
                <a:solidFill>
                  <a:srgbClr val="FF3300"/>
                </a:solidFill>
              </a:rPr>
              <a:t>predicted_y</a:t>
            </a:r>
            <a:r>
              <a:rPr lang="fr-MA" b="1" dirty="0">
                <a:solidFill>
                  <a:srgbClr val="FF3300"/>
                </a:solidFill>
              </a:rPr>
              <a:t>=0</a:t>
            </a:r>
            <a:endParaRPr lang="fr-MA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0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4" grpId="0" animBg="1"/>
      <p:bldP spid="17" grpId="0" animBg="1"/>
      <p:bldP spid="18" grpId="0"/>
      <p:bldP spid="22" grpId="0" animBg="1"/>
      <p:bldP spid="24" grpId="0" animBg="1"/>
      <p:bldP spid="25" grpId="0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22F8D-80E5-BBC3-DE36-7A3C2231EA3A}"/>
              </a:ext>
            </a:extLst>
          </p:cNvPr>
          <p:cNvSpPr txBox="1"/>
          <p:nvPr/>
        </p:nvSpPr>
        <p:spPr>
          <a:xfrm>
            <a:off x="0" y="-8603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Trouver le bon modèle: Apprentissage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54F0E-F486-4229-4B27-A652FBBFE4BD}"/>
              </a:ext>
            </a:extLst>
          </p:cNvPr>
          <p:cNvSpPr txBox="1"/>
          <p:nvPr/>
        </p:nvSpPr>
        <p:spPr>
          <a:xfrm>
            <a:off x="88702" y="441960"/>
            <a:ext cx="7772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b="1" dirty="0"/>
              <a:t>L’apprentissage se fait sur le </a:t>
            </a:r>
            <a:r>
              <a:rPr lang="fr-MA" b="1" dirty="0" err="1"/>
              <a:t>dataset</a:t>
            </a:r>
            <a:endParaRPr lang="fr-MA" b="1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b="1" dirty="0"/>
              <a:t>Le bon modèle minimise une fonction objective: </a:t>
            </a:r>
            <a:r>
              <a:rPr lang="fr-MA" b="1" dirty="0" err="1"/>
              <a:t>mean</a:t>
            </a:r>
            <a:r>
              <a:rPr lang="fr-MA" b="1" dirty="0"/>
              <a:t> </a:t>
            </a:r>
            <a:r>
              <a:rPr lang="fr-MA" b="1" dirty="0" err="1"/>
              <a:t>quared</a:t>
            </a:r>
            <a:r>
              <a:rPr lang="fr-MA" b="1" dirty="0"/>
              <a:t> </a:t>
            </a:r>
            <a:r>
              <a:rPr lang="fr-MA" b="1" dirty="0" err="1"/>
              <a:t>errors</a:t>
            </a:r>
            <a:endParaRPr lang="fr-MA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FADD49-E3BF-0900-C634-A85D39C9127B}"/>
              </a:ext>
            </a:extLst>
          </p:cNvPr>
          <p:cNvGraphicFramePr>
            <a:graphicFrameLocks noGrp="1"/>
          </p:cNvGraphicFramePr>
          <p:nvPr/>
        </p:nvGraphicFramePr>
        <p:xfrm>
          <a:off x="7436003" y="1285839"/>
          <a:ext cx="5257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94">
                  <a:extLst>
                    <a:ext uri="{9D8B030D-6E8A-4147-A177-3AD203B41FA5}">
                      <a16:colId xmlns:a16="http://schemas.microsoft.com/office/drawing/2014/main" val="3383394822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X1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F2AECA-6E52-5AD9-A005-A2B9D3E6F45F}"/>
              </a:ext>
            </a:extLst>
          </p:cNvPr>
          <p:cNvGraphicFramePr>
            <a:graphicFrameLocks noGrp="1"/>
          </p:cNvGraphicFramePr>
          <p:nvPr/>
        </p:nvGraphicFramePr>
        <p:xfrm>
          <a:off x="8019910" y="1292632"/>
          <a:ext cx="490527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527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02D870-1485-3325-75A8-6A0BDF2C1A87}"/>
              </a:ext>
            </a:extLst>
          </p:cNvPr>
          <p:cNvGraphicFramePr>
            <a:graphicFrameLocks noGrp="1"/>
          </p:cNvGraphicFramePr>
          <p:nvPr/>
        </p:nvGraphicFramePr>
        <p:xfrm>
          <a:off x="1775366" y="2971847"/>
          <a:ext cx="15621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2194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 err="1">
                          <a:effectLst/>
                        </a:rPr>
                        <a:t>Predicted_Y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EBC2C7-50D3-A907-CBB4-2FE128B5FC18}"/>
              </a:ext>
            </a:extLst>
          </p:cNvPr>
          <p:cNvGraphicFramePr>
            <a:graphicFrameLocks noGrp="1"/>
          </p:cNvGraphicFramePr>
          <p:nvPr/>
        </p:nvGraphicFramePr>
        <p:xfrm>
          <a:off x="3974902" y="2971847"/>
          <a:ext cx="15621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2194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 err="1">
                          <a:effectLst/>
                        </a:rPr>
                        <a:t>error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6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C84AAB-5024-F284-E079-872AA95A2F78}"/>
              </a:ext>
            </a:extLst>
          </p:cNvPr>
          <p:cNvGraphicFramePr>
            <a:graphicFrameLocks noGrp="1"/>
          </p:cNvGraphicFramePr>
          <p:nvPr/>
        </p:nvGraphicFramePr>
        <p:xfrm>
          <a:off x="5873809" y="2971847"/>
          <a:ext cx="15621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2194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 err="1">
                          <a:effectLst/>
                        </a:rPr>
                        <a:t>Squared_error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16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36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E0A16-1228-E131-C5D9-582009E29659}"/>
              </a:ext>
            </a:extLst>
          </p:cNvPr>
          <p:cNvSpPr txBox="1"/>
          <p:nvPr/>
        </p:nvSpPr>
        <p:spPr>
          <a:xfrm>
            <a:off x="6069191" y="4739640"/>
            <a:ext cx="1791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 err="1"/>
              <a:t>mse</a:t>
            </a:r>
            <a:r>
              <a:rPr lang="fr-MA" sz="2000" b="1" dirty="0"/>
              <a:t>=30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07BA1-D69A-57AB-87A3-7C3D030B1605}"/>
              </a:ext>
            </a:extLst>
          </p:cNvPr>
          <p:cNvSpPr txBox="1"/>
          <p:nvPr/>
        </p:nvSpPr>
        <p:spPr>
          <a:xfrm>
            <a:off x="27742" y="5383638"/>
            <a:ext cx="81893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 a une infinité de modèle (chaque combinaison de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de w1)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 bon modèle c’est lui qui minimise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mse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FA71B-EEA4-9701-B4E7-AFAD1589C4D6}"/>
              </a:ext>
            </a:extLst>
          </p:cNvPr>
          <p:cNvSpPr txBox="1"/>
          <p:nvPr/>
        </p:nvSpPr>
        <p:spPr>
          <a:xfrm>
            <a:off x="158892" y="1329908"/>
            <a:ext cx="77724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C00000"/>
                </a:solidFill>
              </a:rPr>
              <a:t>Exemple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b="1" dirty="0"/>
              <a:t>Soit le modèle H1(X)=1+1*X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b="1" dirty="0"/>
              <a:t>Calculer </a:t>
            </a:r>
            <a:r>
              <a:rPr lang="fr-MA" b="1" dirty="0" err="1"/>
              <a:t>predicted_y,error</a:t>
            </a:r>
            <a:r>
              <a:rPr lang="fr-MA" b="1" dirty="0"/>
              <a:t>, </a:t>
            </a:r>
            <a:r>
              <a:rPr lang="fr-MA" b="1" dirty="0" err="1"/>
              <a:t>squared_error</a:t>
            </a:r>
            <a:r>
              <a:rPr lang="fr-MA" b="1" dirty="0"/>
              <a:t>, </a:t>
            </a:r>
            <a:r>
              <a:rPr lang="fr-MA" b="1" dirty="0" err="1"/>
              <a:t>mean_squared_error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39271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4E63B-C503-E7B1-19D0-5117B2FC1768}"/>
              </a:ext>
            </a:extLst>
          </p:cNvPr>
          <p:cNvSpPr txBox="1"/>
          <p:nvPr/>
        </p:nvSpPr>
        <p:spPr>
          <a:xfrm>
            <a:off x="388676" y="1690062"/>
            <a:ext cx="8039044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MA" sz="2800" dirty="0"/>
              <a:t>Apprentissage:</a:t>
            </a:r>
          </a:p>
          <a:p>
            <a:r>
              <a:rPr lang="fr-MA" sz="2800" dirty="0"/>
              <a:t>  </a:t>
            </a:r>
            <a:r>
              <a:rPr lang="fr-MA" sz="2800" dirty="0" err="1"/>
              <a:t>debut</a:t>
            </a:r>
            <a:endParaRPr lang="fr-MA" sz="2800" dirty="0"/>
          </a:p>
          <a:p>
            <a:r>
              <a:rPr lang="fr-MA" sz="2800" dirty="0"/>
              <a:t>   </a:t>
            </a:r>
            <a:r>
              <a:rPr lang="fr-MA" sz="2800" dirty="0">
                <a:solidFill>
                  <a:srgbClr val="C00000"/>
                </a:solidFill>
              </a:rPr>
              <a:t>initialiser modèle (</a:t>
            </a:r>
            <a:r>
              <a:rPr lang="fr-MA" sz="2800" dirty="0" err="1">
                <a:solidFill>
                  <a:srgbClr val="C00000"/>
                </a:solidFill>
              </a:rPr>
              <a:t>bias,w</a:t>
            </a:r>
            <a:r>
              <a:rPr lang="fr-MA" sz="2800" dirty="0">
                <a:solidFill>
                  <a:srgbClr val="C00000"/>
                </a:solidFill>
              </a:rPr>
              <a:t>)</a:t>
            </a:r>
          </a:p>
          <a:p>
            <a:r>
              <a:rPr lang="fr-MA" sz="2800" dirty="0"/>
              <a:t>   répéter </a:t>
            </a:r>
            <a:r>
              <a:rPr lang="fr-MA" sz="2800" dirty="0" err="1">
                <a:solidFill>
                  <a:srgbClr val="C00000"/>
                </a:solidFill>
              </a:rPr>
              <a:t>epochs</a:t>
            </a:r>
            <a:r>
              <a:rPr lang="fr-MA" sz="2800" dirty="0"/>
              <a:t> fois:</a:t>
            </a:r>
          </a:p>
          <a:p>
            <a:r>
              <a:rPr lang="fr-MA" sz="2400" dirty="0"/>
              <a:t>     </a:t>
            </a:r>
            <a:r>
              <a:rPr lang="fr-MA" sz="2400" dirty="0">
                <a:solidFill>
                  <a:srgbClr val="0180FF"/>
                </a:solidFill>
              </a:rPr>
              <a:t> prédire en utilisant le modèle</a:t>
            </a:r>
          </a:p>
          <a:p>
            <a:r>
              <a:rPr lang="fr-MA" sz="2800" dirty="0"/>
              <a:t>     </a:t>
            </a:r>
            <a:r>
              <a:rPr lang="fr-MA" sz="2800" dirty="0">
                <a:solidFill>
                  <a:srgbClr val="7030A0"/>
                </a:solidFill>
              </a:rPr>
              <a:t>connaitre </a:t>
            </a:r>
            <a:r>
              <a:rPr lang="fr-MA" sz="2800" dirty="0" err="1">
                <a:solidFill>
                  <a:srgbClr val="7030A0"/>
                </a:solidFill>
              </a:rPr>
              <a:t>error</a:t>
            </a:r>
            <a:r>
              <a:rPr lang="fr-MA" sz="2800" dirty="0">
                <a:solidFill>
                  <a:srgbClr val="7030A0"/>
                </a:solidFill>
              </a:rPr>
              <a:t>, </a:t>
            </a:r>
            <a:r>
              <a:rPr lang="fr-MA" sz="2800" dirty="0" err="1">
                <a:solidFill>
                  <a:srgbClr val="7030A0"/>
                </a:solidFill>
              </a:rPr>
              <a:t>squared</a:t>
            </a:r>
            <a:r>
              <a:rPr lang="fr-MA" sz="2800" dirty="0">
                <a:solidFill>
                  <a:srgbClr val="7030A0"/>
                </a:solidFill>
              </a:rPr>
              <a:t> </a:t>
            </a:r>
            <a:r>
              <a:rPr lang="fr-MA" sz="2800" dirty="0" err="1">
                <a:solidFill>
                  <a:srgbClr val="7030A0"/>
                </a:solidFill>
              </a:rPr>
              <a:t>error,mean</a:t>
            </a:r>
            <a:r>
              <a:rPr lang="fr-MA" sz="2800" dirty="0">
                <a:solidFill>
                  <a:srgbClr val="7030A0"/>
                </a:solidFill>
              </a:rPr>
              <a:t> </a:t>
            </a:r>
            <a:r>
              <a:rPr lang="fr-MA" sz="2800" dirty="0" err="1">
                <a:solidFill>
                  <a:srgbClr val="7030A0"/>
                </a:solidFill>
              </a:rPr>
              <a:t>squared_error</a:t>
            </a:r>
            <a:endParaRPr lang="fr-MA" sz="2800" dirty="0">
              <a:solidFill>
                <a:srgbClr val="7030A0"/>
              </a:solidFill>
            </a:endParaRPr>
          </a:p>
          <a:p>
            <a:r>
              <a:rPr lang="fr-MA" sz="2800" dirty="0">
                <a:solidFill>
                  <a:srgbClr val="7030A0"/>
                </a:solidFill>
              </a:rPr>
              <a:t>     corriger le modèle (</a:t>
            </a:r>
            <a:r>
              <a:rPr lang="fr-MA" sz="2800" dirty="0" err="1">
                <a:solidFill>
                  <a:srgbClr val="7030A0"/>
                </a:solidFill>
              </a:rPr>
              <a:t>bias,w</a:t>
            </a:r>
            <a:r>
              <a:rPr lang="fr-MA" sz="2800" dirty="0">
                <a:solidFill>
                  <a:srgbClr val="7030A0"/>
                </a:solidFill>
              </a:rPr>
              <a:t>)  </a:t>
            </a:r>
          </a:p>
          <a:p>
            <a:r>
              <a:rPr lang="fr-MA" sz="2800" dirty="0"/>
              <a:t>fin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5EAA0-9A04-848F-3E73-94527A65120D}"/>
              </a:ext>
            </a:extLst>
          </p:cNvPr>
          <p:cNvSpPr txBox="1"/>
          <p:nvPr/>
        </p:nvSpPr>
        <p:spPr>
          <a:xfrm>
            <a:off x="0" y="990626"/>
            <a:ext cx="7437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/>
              <a:t>Pour trouver le modèle, on suit l’algorithme suivant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059A8-54E7-5B12-105D-CE7345CBAAF9}"/>
              </a:ext>
            </a:extLst>
          </p:cNvPr>
          <p:cNvSpPr txBox="1"/>
          <p:nvPr/>
        </p:nvSpPr>
        <p:spPr>
          <a:xfrm>
            <a:off x="0" y="-8603"/>
            <a:ext cx="644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Trouver le bon modèle: Apprentissage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19958-F6AD-6829-F436-EE43C0143490}"/>
              </a:ext>
            </a:extLst>
          </p:cNvPr>
          <p:cNvSpPr txBox="1"/>
          <p:nvPr/>
        </p:nvSpPr>
        <p:spPr>
          <a:xfrm>
            <a:off x="5148026" y="437227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bias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w</a:t>
            </a:r>
            <a:r>
              <a:rPr lang="fr-MA" sz="2000" b="1" baseline="-25000" dirty="0">
                <a:solidFill>
                  <a:srgbClr val="0066FF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rgbClr val="0066FF"/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* X1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92F90-FE4F-D87B-FAC3-B60B29658A6D}"/>
              </a:ext>
            </a:extLst>
          </p:cNvPr>
          <p:cNvSpPr txBox="1"/>
          <p:nvPr/>
        </p:nvSpPr>
        <p:spPr>
          <a:xfrm>
            <a:off x="8625769" y="2086302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FF0000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0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* X1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14424-FE35-F41C-B087-C82E1679180B}"/>
              </a:ext>
            </a:extLst>
          </p:cNvPr>
          <p:cNvCxnSpPr/>
          <p:nvPr/>
        </p:nvCxnSpPr>
        <p:spPr>
          <a:xfrm>
            <a:off x="9799320" y="2567939"/>
            <a:ext cx="0" cy="1722120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9B0705-5A58-01AA-2716-B917AC4819A7}"/>
              </a:ext>
            </a:extLst>
          </p:cNvPr>
          <p:cNvSpPr txBox="1"/>
          <p:nvPr/>
        </p:nvSpPr>
        <p:spPr>
          <a:xfrm>
            <a:off x="8542242" y="4428554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FF0000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0065FA"/>
                </a:solidFill>
                <a:latin typeface="+mj-lt"/>
              </a:rPr>
              <a:t>3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* X1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96368-4304-5332-8ECA-9FEB40CB9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529" y="37117"/>
            <a:ext cx="2690224" cy="1992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F4A1C1-D688-069F-8753-C87D59A5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728" y="4874141"/>
            <a:ext cx="2503901" cy="185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5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032DF41-C7D4-44FE-B059-CE167ECA4997}"/>
              </a:ext>
            </a:extLst>
          </p:cNvPr>
          <p:cNvSpPr/>
          <p:nvPr/>
        </p:nvSpPr>
        <p:spPr>
          <a:xfrm>
            <a:off x="7428801" y="-10814"/>
            <a:ext cx="4717479" cy="6754926"/>
          </a:xfrm>
          <a:prstGeom prst="rect">
            <a:avLst/>
          </a:prstGeom>
          <a:solidFill>
            <a:srgbClr val="FEF6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915393-3EFF-49D5-B464-617CA0511E26}"/>
              </a:ext>
            </a:extLst>
          </p:cNvPr>
          <p:cNvSpPr txBox="1"/>
          <p:nvPr/>
        </p:nvSpPr>
        <p:spPr>
          <a:xfrm>
            <a:off x="7757160" y="73187"/>
            <a:ext cx="443484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b="1" dirty="0">
                <a:solidFill>
                  <a:srgbClr val="0180FF"/>
                </a:solidFill>
              </a:rPr>
              <a:t>Gradient </a:t>
            </a:r>
            <a:r>
              <a:rPr lang="fr-MA" sz="1600" b="1" dirty="0" err="1">
                <a:solidFill>
                  <a:srgbClr val="0180FF"/>
                </a:solidFill>
              </a:rPr>
              <a:t>Descent</a:t>
            </a:r>
            <a:r>
              <a:rPr lang="fr-MA" sz="1600" b="1" dirty="0">
                <a:solidFill>
                  <a:srgbClr val="0180FF"/>
                </a:solidFill>
              </a:rPr>
              <a:t> </a:t>
            </a:r>
            <a:r>
              <a:rPr lang="fr-MA" sz="1600" b="1" dirty="0" err="1">
                <a:solidFill>
                  <a:srgbClr val="0180FF"/>
                </a:solidFill>
              </a:rPr>
              <a:t>Optimization</a:t>
            </a:r>
            <a:r>
              <a:rPr lang="fr-MA" sz="1600" b="1" dirty="0">
                <a:solidFill>
                  <a:srgbClr val="0180FF"/>
                </a:solidFill>
              </a:rPr>
              <a:t> </a:t>
            </a:r>
            <a:r>
              <a:rPr lang="fr-MA" sz="1600" b="1" dirty="0" err="1">
                <a:solidFill>
                  <a:srgbClr val="0180FF"/>
                </a:solidFill>
              </a:rPr>
              <a:t>Algorithm</a:t>
            </a:r>
            <a:endParaRPr lang="fr-MA" sz="1600" b="1" dirty="0">
              <a:solidFill>
                <a:srgbClr val="0180FF"/>
              </a:solidFill>
            </a:endParaRPr>
          </a:p>
          <a:p>
            <a:pPr>
              <a:spcAft>
                <a:spcPts val="600"/>
              </a:spcAft>
            </a:pPr>
            <a:r>
              <a:rPr lang="fr-MA" sz="1600" b="1" dirty="0">
                <a:solidFill>
                  <a:srgbClr val="FF3300"/>
                </a:solidFill>
              </a:rPr>
              <a:t>Inputs: X, 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0B1075-08A9-43B2-BBA5-379C4D2C08F4}"/>
              </a:ext>
            </a:extLst>
          </p:cNvPr>
          <p:cNvSpPr txBox="1"/>
          <p:nvPr/>
        </p:nvSpPr>
        <p:spPr>
          <a:xfrm>
            <a:off x="8625841" y="836043"/>
            <a:ext cx="3078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Initialize</a:t>
            </a: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MA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(W)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AE0677-1EFA-4329-AAB8-150A905C88A3}"/>
              </a:ext>
            </a:extLst>
          </p:cNvPr>
          <p:cNvSpPr txBox="1"/>
          <p:nvPr/>
        </p:nvSpPr>
        <p:spPr>
          <a:xfrm>
            <a:off x="8633461" y="1792602"/>
            <a:ext cx="3512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Predict</a:t>
            </a:r>
            <a:endParaRPr lang="fr-MA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91CBD0-497A-4F5C-812B-2FC0C93BB506}"/>
              </a:ext>
            </a:extLst>
          </p:cNvPr>
          <p:cNvSpPr txBox="1"/>
          <p:nvPr/>
        </p:nvSpPr>
        <p:spPr>
          <a:xfrm>
            <a:off x="8625840" y="2521620"/>
            <a:ext cx="35198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700" b="1" dirty="0" err="1">
                <a:solidFill>
                  <a:srgbClr val="FF3300"/>
                </a:solidFill>
              </a:rPr>
              <a:t>Minimize</a:t>
            </a:r>
            <a:r>
              <a:rPr lang="fr-MA" sz="1700" b="1" dirty="0">
                <a:solidFill>
                  <a:srgbClr val="FF3300"/>
                </a:solidFill>
              </a:rPr>
              <a:t> the </a:t>
            </a:r>
            <a:r>
              <a:rPr lang="fr-MA" sz="1700" b="1" dirty="0" err="1">
                <a:solidFill>
                  <a:srgbClr val="FF3300"/>
                </a:solidFill>
              </a:rPr>
              <a:t>Mean</a:t>
            </a:r>
            <a:r>
              <a:rPr lang="fr-MA" sz="1700" b="1" dirty="0">
                <a:solidFill>
                  <a:srgbClr val="FF3300"/>
                </a:solidFill>
              </a:rPr>
              <a:t> </a:t>
            </a:r>
            <a:r>
              <a:rPr lang="fr-MA" sz="1700" b="1" dirty="0" err="1">
                <a:solidFill>
                  <a:srgbClr val="FF3300"/>
                </a:solidFill>
              </a:rPr>
              <a:t>Squared</a:t>
            </a:r>
            <a:r>
              <a:rPr lang="fr-MA" sz="1700" b="1" dirty="0">
                <a:solidFill>
                  <a:srgbClr val="FF3300"/>
                </a:solidFill>
              </a:rPr>
              <a:t> </a:t>
            </a:r>
            <a:r>
              <a:rPr lang="fr-MA" sz="1700" b="1" dirty="0" err="1">
                <a:solidFill>
                  <a:srgbClr val="FF3300"/>
                </a:solidFill>
              </a:rPr>
              <a:t>Error</a:t>
            </a:r>
            <a:r>
              <a:rPr lang="fr-MA" sz="1700" b="1" dirty="0">
                <a:solidFill>
                  <a:srgbClr val="FF3300"/>
                </a:solidFill>
              </a:rPr>
              <a:t> </a:t>
            </a:r>
            <a:r>
              <a:rPr lang="fr-MA" sz="2800" b="1" dirty="0">
                <a:solidFill>
                  <a:srgbClr val="0065FA"/>
                </a:solidFill>
              </a:rPr>
              <a:t>?</a:t>
            </a:r>
            <a:endParaRPr lang="fr-MA" sz="1700" b="1" dirty="0">
              <a:solidFill>
                <a:srgbClr val="0065FA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0FD84E-FA06-47EE-89DF-59DB75A840BB}"/>
              </a:ext>
            </a:extLst>
          </p:cNvPr>
          <p:cNvSpPr txBox="1"/>
          <p:nvPr/>
        </p:nvSpPr>
        <p:spPr>
          <a:xfrm>
            <a:off x="8656320" y="5069993"/>
            <a:ext cx="3407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Update </a:t>
            </a:r>
            <a:r>
              <a:rPr lang="fr-MA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1C276C-A587-47CA-A6C8-8302580DD01D}"/>
              </a:ext>
            </a:extLst>
          </p:cNvPr>
          <p:cNvSpPr txBox="1"/>
          <p:nvPr/>
        </p:nvSpPr>
        <p:spPr>
          <a:xfrm>
            <a:off x="8580120" y="6438597"/>
            <a:ext cx="2930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800" b="1" dirty="0">
                <a:solidFill>
                  <a:srgbClr val="0180FF"/>
                </a:solidFill>
              </a:rPr>
              <a:t>Return w1, </a:t>
            </a:r>
            <a:r>
              <a:rPr lang="fr-MA" sz="1800" b="1" dirty="0" err="1">
                <a:solidFill>
                  <a:srgbClr val="0180FF"/>
                </a:solidFill>
              </a:rPr>
              <a:t>bias</a:t>
            </a:r>
            <a:endParaRPr lang="fr-MA" sz="1800" b="1" dirty="0">
              <a:solidFill>
                <a:srgbClr val="0180FF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145C0EA-0A15-4C1B-A9C8-3E7E532BFEED}"/>
              </a:ext>
            </a:extLst>
          </p:cNvPr>
          <p:cNvSpPr/>
          <p:nvPr/>
        </p:nvSpPr>
        <p:spPr>
          <a:xfrm>
            <a:off x="8305800" y="877642"/>
            <a:ext cx="308511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6952F24-1941-4B9A-85DC-7C806DC8BD84}"/>
              </a:ext>
            </a:extLst>
          </p:cNvPr>
          <p:cNvSpPr/>
          <p:nvPr/>
        </p:nvSpPr>
        <p:spPr>
          <a:xfrm>
            <a:off x="8305800" y="1796174"/>
            <a:ext cx="308511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2F2F120-EC3A-4BF2-B18E-D6F8FD45A08D}"/>
              </a:ext>
            </a:extLst>
          </p:cNvPr>
          <p:cNvSpPr/>
          <p:nvPr/>
        </p:nvSpPr>
        <p:spPr>
          <a:xfrm>
            <a:off x="8290561" y="2574169"/>
            <a:ext cx="308511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18C75AC-9097-451D-B10D-D52A12DF56E1}"/>
              </a:ext>
            </a:extLst>
          </p:cNvPr>
          <p:cNvSpPr/>
          <p:nvPr/>
        </p:nvSpPr>
        <p:spPr>
          <a:xfrm>
            <a:off x="8290560" y="5162406"/>
            <a:ext cx="308511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D2ED973-8E0E-4D11-984A-29287A69E534}"/>
              </a:ext>
            </a:extLst>
          </p:cNvPr>
          <p:cNvSpPr/>
          <p:nvPr/>
        </p:nvSpPr>
        <p:spPr>
          <a:xfrm>
            <a:off x="8229601" y="6436646"/>
            <a:ext cx="308511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EEE5D-F162-4869-871B-C1E578B8BF12}"/>
              </a:ext>
            </a:extLst>
          </p:cNvPr>
          <p:cNvSpPr txBox="1"/>
          <p:nvPr/>
        </p:nvSpPr>
        <p:spPr>
          <a:xfrm>
            <a:off x="8772778" y="1142175"/>
            <a:ext cx="190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w1=0.5 , </a:t>
            </a:r>
            <a:r>
              <a:rPr lang="fr-MA" b="1" dirty="0" err="1">
                <a:solidFill>
                  <a:srgbClr val="0066FF"/>
                </a:solidFill>
              </a:rPr>
              <a:t>bias</a:t>
            </a:r>
            <a:r>
              <a:rPr lang="fr-MA" b="1" dirty="0">
                <a:solidFill>
                  <a:srgbClr val="0066FF"/>
                </a:solidFill>
              </a:rPr>
              <a:t>=0.5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24809-F34A-43A1-B4E6-2F44BF131A94}"/>
              </a:ext>
            </a:extLst>
          </p:cNvPr>
          <p:cNvSpPr txBox="1"/>
          <p:nvPr/>
        </p:nvSpPr>
        <p:spPr>
          <a:xfrm>
            <a:off x="8892544" y="2216284"/>
            <a:ext cx="172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y=</a:t>
            </a:r>
            <a:r>
              <a:rPr lang="fr-MA" b="1" dirty="0" err="1">
                <a:solidFill>
                  <a:srgbClr val="0000FF"/>
                </a:solidFill>
              </a:rPr>
              <a:t>bias</a:t>
            </a:r>
            <a:r>
              <a:rPr lang="fr-MA" dirty="0"/>
              <a:t> + </a:t>
            </a:r>
            <a:r>
              <a:rPr lang="fr-MA" b="1" dirty="0">
                <a:solidFill>
                  <a:srgbClr val="0000FF"/>
                </a:solidFill>
              </a:rPr>
              <a:t>w1</a:t>
            </a:r>
            <a:r>
              <a:rPr lang="fr-MA" dirty="0"/>
              <a:t>*x</a:t>
            </a:r>
            <a:endParaRPr lang="fr-MA" b="1" dirty="0">
              <a:solidFill>
                <a:srgbClr val="0000FF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ECC505-7CBE-4E31-94F0-A210EA03B078}"/>
              </a:ext>
            </a:extLst>
          </p:cNvPr>
          <p:cNvSpPr txBox="1"/>
          <p:nvPr/>
        </p:nvSpPr>
        <p:spPr>
          <a:xfrm>
            <a:off x="8892544" y="2107657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4124DF-CD8E-40D8-AEF9-009389E96B26}"/>
              </a:ext>
            </a:extLst>
          </p:cNvPr>
          <p:cNvSpPr txBox="1"/>
          <p:nvPr/>
        </p:nvSpPr>
        <p:spPr>
          <a:xfrm>
            <a:off x="8939691" y="5350171"/>
            <a:ext cx="293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r>
              <a:rPr lang="fr-MA" b="1" dirty="0">
                <a:solidFill>
                  <a:srgbClr val="0065FA"/>
                </a:solidFill>
              </a:rPr>
              <a:t>=</a:t>
            </a:r>
            <a:r>
              <a:rPr lang="fr-MA" b="1" dirty="0" err="1">
                <a:solidFill>
                  <a:srgbClr val="0065FA"/>
                </a:solidFill>
              </a:rPr>
              <a:t>bias-</a:t>
            </a:r>
            <a:r>
              <a:rPr lang="fr-MA" b="1" dirty="0" err="1">
                <a:solidFill>
                  <a:srgbClr val="C00000"/>
                </a:solidFill>
              </a:rPr>
              <a:t>dbias</a:t>
            </a:r>
            <a:r>
              <a:rPr lang="fr-MA" b="1" dirty="0">
                <a:solidFill>
                  <a:srgbClr val="C00000"/>
                </a:solidFill>
              </a:rPr>
              <a:t>*</a:t>
            </a:r>
            <a:r>
              <a:rPr lang="fr-MA" b="1" dirty="0" err="1">
                <a:solidFill>
                  <a:srgbClr val="C00000"/>
                </a:solidFill>
              </a:rPr>
              <a:t>lr</a:t>
            </a:r>
            <a:endParaRPr lang="fr-MA" b="1" dirty="0">
              <a:solidFill>
                <a:srgbClr val="C00000"/>
              </a:solidFill>
            </a:endParaRPr>
          </a:p>
          <a:p>
            <a:r>
              <a:rPr lang="fr-MA" b="1" dirty="0">
                <a:solidFill>
                  <a:srgbClr val="0065FA"/>
                </a:solidFill>
              </a:rPr>
              <a:t>w1=w1-</a:t>
            </a:r>
            <a:r>
              <a:rPr lang="fr-MA" b="1" dirty="0">
                <a:solidFill>
                  <a:srgbClr val="C00000"/>
                </a:solidFill>
              </a:rPr>
              <a:t>dw1*</a:t>
            </a:r>
            <a:r>
              <a:rPr lang="fr-MA" b="1" dirty="0" err="1">
                <a:solidFill>
                  <a:srgbClr val="C00000"/>
                </a:solidFill>
              </a:rPr>
              <a:t>lr</a:t>
            </a:r>
            <a:endParaRPr lang="fr-MA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CE3EAF1-EFC5-4321-AA5F-0E6EF531D7E1}"/>
                  </a:ext>
                </a:extLst>
              </p:cNvPr>
              <p:cNvSpPr txBox="1"/>
              <p:nvPr/>
            </p:nvSpPr>
            <p:spPr>
              <a:xfrm>
                <a:off x="8559069" y="2949232"/>
                <a:ext cx="3602146" cy="595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𝒎𝒔𝒆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MA" sz="12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2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sz="1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fr-MA" sz="1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MA" sz="1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fr-MA" sz="12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fr-MA" sz="1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fr-MA" sz="12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MA" sz="12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MA" sz="12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fr-MA" sz="1200" b="1" i="1" baseline="-2500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fr-MA" sz="1200" b="1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𝒃𝒊𝒂𝒔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𝒙𝒊</m:t>
                                  </m:r>
                                  <m:r>
                                    <a:rPr lang="fr-MA" sz="12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</m:d>
                            </m:e>
                            <m:sup>
                              <m:r>
                                <a:rPr lang="fr-MA" sz="12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MA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CE3EAF1-EFC5-4321-AA5F-0E6EF531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069" y="2949232"/>
                <a:ext cx="3602146" cy="595676"/>
              </a:xfrm>
              <a:prstGeom prst="rect">
                <a:avLst/>
              </a:prstGeom>
              <a:blipFill>
                <a:blip r:embed="rId3"/>
                <a:stretch>
                  <a:fillRect t="-95918" b="-14795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A605315-3AAF-4788-AFBC-1BF2AAC1A7FB}"/>
                  </a:ext>
                </a:extLst>
              </p:cNvPr>
              <p:cNvSpPr txBox="1"/>
              <p:nvPr/>
            </p:nvSpPr>
            <p:spPr>
              <a:xfrm>
                <a:off x="8580120" y="3538755"/>
                <a:ext cx="3559356" cy="6793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140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40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𝑚𝑠𝑒</m:t>
                          </m:r>
                        </m:num>
                        <m:den>
                          <m:r>
                            <a:rPr lang="fr-MA" sz="1400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fr-MA" sz="1400" b="0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𝑥𝑖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𝑦𝑖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</m:e>
                          </m:d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MA" sz="1400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A605315-3AAF-4788-AFBC-1BF2AAC1A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20" y="3538755"/>
                <a:ext cx="3559356" cy="6793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DCC0FFE-5A63-481E-A340-DD32E2E2094C}"/>
                  </a:ext>
                </a:extLst>
              </p:cNvPr>
              <p:cNvSpPr txBox="1"/>
              <p:nvPr/>
            </p:nvSpPr>
            <p:spPr>
              <a:xfrm>
                <a:off x="8526278" y="4266323"/>
                <a:ext cx="3602145" cy="6793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140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40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𝑚𝑠𝑒</m:t>
                          </m:r>
                        </m:num>
                        <m:den>
                          <m:r>
                            <a:rPr lang="fr-MA" sz="1400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𝑏𝑖𝑎𝑠</m:t>
                          </m:r>
                        </m:den>
                      </m:f>
                      <m:r>
                        <a:rPr lang="fr-MA" sz="1400" b="0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𝑦𝑖</m:t>
                          </m:r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</m:e>
                          </m:d>
                          <m:r>
                            <a:rPr lang="fr-MA" sz="1400" b="0" i="1" smtClean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MA" sz="1400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DCC0FFE-5A63-481E-A340-DD32E2E20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278" y="4266323"/>
                <a:ext cx="3602145" cy="679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0E0ACA22-3E16-44F4-BB3E-C2BCDD9FC34D}"/>
              </a:ext>
            </a:extLst>
          </p:cNvPr>
          <p:cNvSpPr txBox="1"/>
          <p:nvPr/>
        </p:nvSpPr>
        <p:spPr>
          <a:xfrm>
            <a:off x="7941964" y="3635516"/>
            <a:ext cx="71435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dw1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D8B3B0-6072-4682-944E-A3D663DBCA7E}"/>
              </a:ext>
            </a:extLst>
          </p:cNvPr>
          <p:cNvSpPr txBox="1"/>
          <p:nvPr/>
        </p:nvSpPr>
        <p:spPr>
          <a:xfrm>
            <a:off x="7933383" y="4382768"/>
            <a:ext cx="71435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dbias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901E23-59B9-4B00-A18A-A38C228BCB8C}"/>
              </a:ext>
            </a:extLst>
          </p:cNvPr>
          <p:cNvSpPr txBox="1"/>
          <p:nvPr/>
        </p:nvSpPr>
        <p:spPr>
          <a:xfrm>
            <a:off x="7447415" y="1442151"/>
            <a:ext cx="417625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600" b="1" dirty="0">
                <a:solidFill>
                  <a:srgbClr val="C00000"/>
                </a:solidFill>
              </a:rPr>
              <a:t>For i=0 to </a:t>
            </a:r>
            <a:r>
              <a:rPr lang="fr-MA" sz="1600" b="1" dirty="0" err="1">
                <a:solidFill>
                  <a:srgbClr val="C00000"/>
                </a:solidFill>
              </a:rPr>
              <a:t>epochs</a:t>
            </a:r>
            <a:r>
              <a:rPr lang="fr-MA" sz="1600" b="1" dirty="0">
                <a:solidFill>
                  <a:srgbClr val="C00000"/>
                </a:solidFill>
              </a:rPr>
              <a:t> do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5C85A7-BEEF-4AA0-8D37-68E656AAE527}"/>
              </a:ext>
            </a:extLst>
          </p:cNvPr>
          <p:cNvSpPr txBox="1"/>
          <p:nvPr/>
        </p:nvSpPr>
        <p:spPr>
          <a:xfrm>
            <a:off x="7507134" y="6075744"/>
            <a:ext cx="449382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000" lvl="1">
              <a:spcAft>
                <a:spcPts val="1200"/>
              </a:spcAft>
            </a:pPr>
            <a:r>
              <a:rPr lang="fr-MA" sz="1600" b="1" dirty="0">
                <a:solidFill>
                  <a:srgbClr val="C00000"/>
                </a:solidFill>
              </a:rPr>
              <a:t>End for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48C052B-986A-46A6-A17B-7CFA2D67C6C7}"/>
              </a:ext>
            </a:extLst>
          </p:cNvPr>
          <p:cNvSpPr txBox="1"/>
          <p:nvPr/>
        </p:nvSpPr>
        <p:spPr>
          <a:xfrm>
            <a:off x="9128645" y="496012"/>
            <a:ext cx="109229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lr</a:t>
            </a:r>
            <a:r>
              <a:rPr lang="fr-MA" b="1" dirty="0">
                <a:solidFill>
                  <a:srgbClr val="C00000"/>
                </a:solidFill>
              </a:rPr>
              <a:t>=0.01?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481DE-2E59-23A3-866C-436A3BDA6A03}"/>
              </a:ext>
            </a:extLst>
          </p:cNvPr>
          <p:cNvSpPr txBox="1"/>
          <p:nvPr/>
        </p:nvSpPr>
        <p:spPr>
          <a:xfrm>
            <a:off x="10297140" y="480772"/>
            <a:ext cx="173517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epochs</a:t>
            </a:r>
            <a:r>
              <a:rPr lang="fr-MA" b="1" dirty="0">
                <a:solidFill>
                  <a:srgbClr val="C00000"/>
                </a:solidFill>
              </a:rPr>
              <a:t>=10000?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E461A-B333-3568-803A-D5604BA7DCA0}"/>
              </a:ext>
            </a:extLst>
          </p:cNvPr>
          <p:cNvSpPr txBox="1"/>
          <p:nvPr/>
        </p:nvSpPr>
        <p:spPr>
          <a:xfrm>
            <a:off x="320040" y="1905000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dirty="0"/>
              <a:t>L’algorithme de gradient </a:t>
            </a:r>
            <a:r>
              <a:rPr lang="fr-MA" sz="3200" dirty="0" err="1"/>
              <a:t>descent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103264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5" grpId="0"/>
      <p:bldP spid="76" grpId="0"/>
      <p:bldP spid="77" grpId="0"/>
      <p:bldP spid="78" grpId="0"/>
      <p:bldP spid="83" grpId="0" animBg="1"/>
      <p:bldP spid="84" grpId="0" animBg="1"/>
      <p:bldP spid="86" grpId="0" animBg="1"/>
      <p:bldP spid="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1731F-31CF-46EB-B6E4-7E610A44E137}"/>
              </a:ext>
            </a:extLst>
          </p:cNvPr>
          <p:cNvSpPr txBox="1"/>
          <p:nvPr/>
        </p:nvSpPr>
        <p:spPr>
          <a:xfrm>
            <a:off x="3268965" y="805792"/>
            <a:ext cx="3070875" cy="4001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yhat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h(X1)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= 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bias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+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w</a:t>
            </a:r>
            <a:r>
              <a:rPr lang="fr-MA" sz="2000" b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* X1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3C428-1DB7-4501-B2FC-158D945A9A16}"/>
                  </a:ext>
                </a:extLst>
              </p:cNvPr>
              <p:cNvSpPr txBox="1"/>
              <p:nvPr/>
            </p:nvSpPr>
            <p:spPr>
              <a:xfrm>
                <a:off x="6373897" y="565282"/>
                <a:ext cx="3093720" cy="763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𝐦𝐬</m:t>
                      </m:r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𝓔</m:t>
                      </m:r>
                      <m:r>
                        <a:rPr lang="fr-MA" sz="16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fr-MA" sz="16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fr-MA" sz="1600" b="1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MA" sz="1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𝒚𝒉𝒂𝒕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e>
                            <m:sup>
                              <m:r>
                                <a:rPr lang="fr-MA" sz="16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3C428-1DB7-4501-B2FC-158D945A9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97" y="565282"/>
                <a:ext cx="3093720" cy="763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C9C5C8E-787A-49F1-8197-FD8AD4A58D49}"/>
              </a:ext>
            </a:extLst>
          </p:cNvPr>
          <p:cNvSpPr txBox="1"/>
          <p:nvPr/>
        </p:nvSpPr>
        <p:spPr>
          <a:xfrm>
            <a:off x="-5604" y="16679"/>
            <a:ext cx="11631423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>
              <a:spcAft>
                <a:spcPts val="400"/>
              </a:spcAft>
              <a:buClr>
                <a:srgbClr val="FF3300"/>
              </a:buClr>
            </a:pPr>
            <a:r>
              <a:rPr lang="fr-MA" b="1" dirty="0">
                <a:solidFill>
                  <a:srgbClr val="0180FF"/>
                </a:solidFill>
              </a:rPr>
              <a:t>Minimiser MSE pour avoir le bon modèle.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>
                <a:solidFill>
                  <a:srgbClr val="FF0000"/>
                </a:solidFill>
              </a:rPr>
              <a:t>Comment?</a:t>
            </a:r>
          </a:p>
          <a:p>
            <a:pPr marL="0" lvl="2">
              <a:spcAft>
                <a:spcPts val="400"/>
              </a:spcAft>
              <a:buClr>
                <a:srgbClr val="FF3300"/>
              </a:buClr>
            </a:pP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 suppose que </a:t>
            </a:r>
            <a:r>
              <a:rPr lang="fr-MA" b="1" dirty="0" err="1">
                <a:solidFill>
                  <a:srgbClr val="00B050"/>
                </a:solidFill>
              </a:rPr>
              <a:t>bias</a:t>
            </a:r>
            <a:r>
              <a:rPr lang="fr-MA" b="1" dirty="0">
                <a:solidFill>
                  <a:srgbClr val="00B050"/>
                </a:solidFill>
              </a:rPr>
              <a:t>=1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comment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Mean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Square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Error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(MSE) varie en fonction de w1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7AFA7-26F1-E156-5F9E-A341DFCE8B8B}"/>
              </a:ext>
            </a:extLst>
          </p:cNvPr>
          <p:cNvSpPr txBox="1"/>
          <p:nvPr/>
        </p:nvSpPr>
        <p:spPr>
          <a:xfrm>
            <a:off x="1265032" y="1337939"/>
            <a:ext cx="3093720" cy="22775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MA" dirty="0"/>
              <a:t>Apprentissage:</a:t>
            </a:r>
          </a:p>
          <a:p>
            <a:r>
              <a:rPr lang="fr-MA" dirty="0"/>
              <a:t>  </a:t>
            </a:r>
            <a:r>
              <a:rPr lang="fr-MA" dirty="0" err="1"/>
              <a:t>debut</a:t>
            </a:r>
            <a:endParaRPr lang="fr-MA" dirty="0"/>
          </a:p>
          <a:p>
            <a:r>
              <a:rPr lang="fr-MA" dirty="0"/>
              <a:t>   </a:t>
            </a:r>
            <a:r>
              <a:rPr lang="fr-MA" dirty="0">
                <a:solidFill>
                  <a:srgbClr val="C00000"/>
                </a:solidFill>
              </a:rPr>
              <a:t>initialiser modèle (</a:t>
            </a:r>
            <a:r>
              <a:rPr lang="fr-MA" dirty="0" err="1">
                <a:solidFill>
                  <a:srgbClr val="C00000"/>
                </a:solidFill>
              </a:rPr>
              <a:t>bias,w</a:t>
            </a:r>
            <a:r>
              <a:rPr lang="fr-MA" dirty="0">
                <a:solidFill>
                  <a:srgbClr val="C00000"/>
                </a:solidFill>
              </a:rPr>
              <a:t>)</a:t>
            </a:r>
          </a:p>
          <a:p>
            <a:r>
              <a:rPr lang="fr-MA" dirty="0"/>
              <a:t>   répéter </a:t>
            </a:r>
            <a:r>
              <a:rPr lang="fr-MA" dirty="0" err="1"/>
              <a:t>epochs</a:t>
            </a:r>
            <a:r>
              <a:rPr lang="fr-MA" dirty="0"/>
              <a:t> fois:</a:t>
            </a:r>
          </a:p>
          <a:p>
            <a:r>
              <a:rPr lang="fr-MA" sz="1600" dirty="0"/>
              <a:t>     </a:t>
            </a:r>
            <a:r>
              <a:rPr lang="fr-MA" sz="1600" dirty="0">
                <a:solidFill>
                  <a:srgbClr val="0180FF"/>
                </a:solidFill>
              </a:rPr>
              <a:t> prédire en utilisant le modèle</a:t>
            </a:r>
          </a:p>
          <a:p>
            <a:r>
              <a:rPr lang="fr-MA" dirty="0"/>
              <a:t>     </a:t>
            </a:r>
            <a:r>
              <a:rPr lang="fr-MA" dirty="0">
                <a:solidFill>
                  <a:srgbClr val="7030A0"/>
                </a:solidFill>
              </a:rPr>
              <a:t>connaitre l’erreur</a:t>
            </a:r>
          </a:p>
          <a:p>
            <a:r>
              <a:rPr lang="fr-MA" dirty="0">
                <a:solidFill>
                  <a:srgbClr val="7030A0"/>
                </a:solidFill>
              </a:rPr>
              <a:t>     corriger le modèle (</a:t>
            </a:r>
            <a:r>
              <a:rPr lang="fr-MA" dirty="0" err="1">
                <a:solidFill>
                  <a:srgbClr val="7030A0"/>
                </a:solidFill>
              </a:rPr>
              <a:t>bias,w</a:t>
            </a:r>
            <a:r>
              <a:rPr lang="fr-MA" dirty="0">
                <a:solidFill>
                  <a:srgbClr val="7030A0"/>
                </a:solidFill>
              </a:rPr>
              <a:t>)  </a:t>
            </a:r>
          </a:p>
          <a:p>
            <a:r>
              <a:rPr lang="fr-MA" dirty="0"/>
              <a:t>fin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CF3E33-1ACE-FE26-807B-C8C27AD28358}"/>
              </a:ext>
            </a:extLst>
          </p:cNvPr>
          <p:cNvSpPr txBox="1"/>
          <p:nvPr/>
        </p:nvSpPr>
        <p:spPr>
          <a:xfrm>
            <a:off x="4547411" y="1330506"/>
            <a:ext cx="3954120" cy="2800767"/>
          </a:xfrm>
          <a:prstGeom prst="rect">
            <a:avLst/>
          </a:prstGeom>
          <a:solidFill>
            <a:srgbClr val="FDF3ED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 </a:t>
            </a:r>
            <a:r>
              <a:rPr lang="fr-MA" sz="1600" dirty="0">
                <a:solidFill>
                  <a:srgbClr val="00B0F0"/>
                </a:solidFill>
              </a:rPr>
              <a:t>n=</a:t>
            </a:r>
            <a:r>
              <a:rPr lang="fr-MA" sz="1600" dirty="0" err="1">
                <a:solidFill>
                  <a:srgbClr val="00B0F0"/>
                </a:solidFill>
              </a:rPr>
              <a:t>len</a:t>
            </a:r>
            <a:r>
              <a:rPr lang="fr-MA" sz="1600" dirty="0">
                <a:solidFill>
                  <a:srgbClr val="00B0F0"/>
                </a:solidFill>
              </a:rPr>
              <a:t>(y)</a:t>
            </a:r>
          </a:p>
          <a:p>
            <a:r>
              <a:rPr lang="fr-MA" sz="1600" dirty="0"/>
              <a:t>    </a:t>
            </a:r>
            <a:r>
              <a:rPr lang="fr-MA" sz="1600" b="1" dirty="0">
                <a:solidFill>
                  <a:srgbClr val="0065FA"/>
                </a:solidFill>
              </a:rPr>
              <a:t>w1=0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bias</a:t>
            </a:r>
            <a:r>
              <a:rPr lang="fr-MA" sz="1600" dirty="0"/>
              <a:t>=1</a:t>
            </a:r>
          </a:p>
          <a:p>
            <a:r>
              <a:rPr lang="fr-MA" sz="1600" dirty="0"/>
              <a:t>    </a:t>
            </a:r>
            <a:r>
              <a:rPr lang="fr-MA" sz="1600" b="1" dirty="0" err="1"/>
              <a:t>epochs</a:t>
            </a:r>
            <a:r>
              <a:rPr lang="fr-MA" sz="1600" b="1" dirty="0"/>
              <a:t>=60</a:t>
            </a:r>
          </a:p>
          <a:p>
            <a:r>
              <a:rPr lang="fr-MA" sz="1600" dirty="0"/>
              <a:t>    for </a:t>
            </a:r>
            <a:r>
              <a:rPr lang="fr-MA" sz="1600" b="1" dirty="0"/>
              <a:t>k</a:t>
            </a:r>
            <a:r>
              <a:rPr lang="fr-MA" sz="1600" dirty="0"/>
              <a:t>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</a:t>
            </a:r>
            <a:r>
              <a:rPr lang="fr-MA" sz="1600" dirty="0">
                <a:solidFill>
                  <a:srgbClr val="0066FF"/>
                </a:solidFill>
              </a:rPr>
              <a:t>    </a:t>
            </a:r>
            <a:r>
              <a:rPr lang="fr-MA" sz="1600" b="1" dirty="0" err="1">
                <a:solidFill>
                  <a:srgbClr val="0066FF"/>
                </a:solidFill>
              </a:rPr>
              <a:t>yhat</a:t>
            </a:r>
            <a:r>
              <a:rPr lang="fr-MA" sz="1600" b="1" dirty="0">
                <a:solidFill>
                  <a:srgbClr val="0066FF"/>
                </a:solidFill>
              </a:rPr>
              <a:t>=bias+w1*X</a:t>
            </a:r>
          </a:p>
          <a:p>
            <a:r>
              <a:rPr lang="fr-MA" sz="1600" dirty="0"/>
              <a:t>       </a:t>
            </a:r>
            <a:endParaRPr lang="fr-MA" sz="1600" b="1" dirty="0">
              <a:solidFill>
                <a:srgbClr val="FF0000"/>
              </a:solidFill>
            </a:endParaRPr>
          </a:p>
          <a:p>
            <a:r>
              <a:rPr lang="fr-MA" sz="1600" dirty="0"/>
              <a:t>      </a:t>
            </a:r>
          </a:p>
          <a:p>
            <a:r>
              <a:rPr lang="fr-MA" sz="1600" dirty="0"/>
              <a:t>     </a:t>
            </a:r>
            <a:r>
              <a:rPr lang="fr-MA" sz="1600" dirty="0">
                <a:solidFill>
                  <a:srgbClr val="7030A0"/>
                </a:solidFill>
              </a:rPr>
              <a:t>   </a:t>
            </a:r>
            <a:r>
              <a:rPr lang="fr-MA" sz="1600" b="1" dirty="0">
                <a:solidFill>
                  <a:srgbClr val="7030A0"/>
                </a:solidFill>
              </a:rPr>
              <a:t>w1=w1+0.1</a:t>
            </a:r>
          </a:p>
          <a:p>
            <a:r>
              <a:rPr lang="fr-MA" sz="1600" dirty="0"/>
              <a:t>    return 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0FB9B-46D3-C0EF-BA20-7B863BDC8027}"/>
              </a:ext>
            </a:extLst>
          </p:cNvPr>
          <p:cNvSpPr txBox="1"/>
          <p:nvPr/>
        </p:nvSpPr>
        <p:spPr>
          <a:xfrm>
            <a:off x="4927305" y="3185492"/>
            <a:ext cx="3414925" cy="338554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mse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=(1/</a:t>
            </a:r>
            <a:r>
              <a:rPr lang="fr-MA" sz="1600" b="1" dirty="0">
                <a:solidFill>
                  <a:srgbClr val="00B0F0"/>
                </a:solidFill>
              </a:rPr>
              <a:t>n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)*</a:t>
            </a:r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np.sum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((y-</a:t>
            </a:r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)**2)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4DBE79-9229-AAA3-5D59-C4800000AE9B}"/>
              </a:ext>
            </a:extLst>
          </p:cNvPr>
          <p:cNvGraphicFramePr>
            <a:graphicFrameLocks noGrp="1"/>
          </p:cNvGraphicFramePr>
          <p:nvPr/>
        </p:nvGraphicFramePr>
        <p:xfrm>
          <a:off x="-2847" y="4764766"/>
          <a:ext cx="490527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527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D0A2707-9552-BF97-0D7D-9DB20E488060}"/>
              </a:ext>
            </a:extLst>
          </p:cNvPr>
          <p:cNvSpPr txBox="1"/>
          <p:nvPr/>
        </p:nvSpPr>
        <p:spPr>
          <a:xfrm>
            <a:off x="57423" y="979993"/>
            <a:ext cx="11000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MA" b="1" dirty="0"/>
              <a:t>Data set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4B4969-90C4-8CEE-9FB5-1B4915981633}"/>
              </a:ext>
            </a:extLst>
          </p:cNvPr>
          <p:cNvSpPr/>
          <p:nvPr/>
        </p:nvSpPr>
        <p:spPr>
          <a:xfrm>
            <a:off x="597030" y="4238029"/>
            <a:ext cx="2991224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A2C2A2-BBAC-919D-299E-E0FFDFE13C1D}"/>
              </a:ext>
            </a:extLst>
          </p:cNvPr>
          <p:cNvSpPr txBox="1"/>
          <p:nvPr/>
        </p:nvSpPr>
        <p:spPr>
          <a:xfrm>
            <a:off x="1707403" y="4450473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DCE7ECE-76D0-AB2E-4591-FCF09642CC52}"/>
              </a:ext>
            </a:extLst>
          </p:cNvPr>
          <p:cNvGraphicFramePr>
            <a:graphicFrameLocks noGrp="1"/>
          </p:cNvGraphicFramePr>
          <p:nvPr/>
        </p:nvGraphicFramePr>
        <p:xfrm>
          <a:off x="654462" y="4757973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2A29AC65-6602-3996-F4F1-D86555C0E041}"/>
              </a:ext>
            </a:extLst>
          </p:cNvPr>
          <p:cNvSpPr txBox="1"/>
          <p:nvPr/>
        </p:nvSpPr>
        <p:spPr>
          <a:xfrm>
            <a:off x="853554" y="4630805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CBEE18-4528-EF14-AB76-1CDFA95AA963}"/>
              </a:ext>
            </a:extLst>
          </p:cNvPr>
          <p:cNvSpPr/>
          <p:nvPr/>
        </p:nvSpPr>
        <p:spPr>
          <a:xfrm>
            <a:off x="750994" y="5111916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525A48-E921-AD40-0CEF-21203682030F}"/>
              </a:ext>
            </a:extLst>
          </p:cNvPr>
          <p:cNvSpPr/>
          <p:nvPr/>
        </p:nvSpPr>
        <p:spPr>
          <a:xfrm>
            <a:off x="744227" y="5403903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0B6022-B44A-0518-D652-E4834E8DB507}"/>
              </a:ext>
            </a:extLst>
          </p:cNvPr>
          <p:cNvSpPr/>
          <p:nvPr/>
        </p:nvSpPr>
        <p:spPr>
          <a:xfrm>
            <a:off x="696176" y="5714835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2F0AFA-0F09-474D-5B7B-42A75C2E6E41}"/>
              </a:ext>
            </a:extLst>
          </p:cNvPr>
          <p:cNvSpPr/>
          <p:nvPr/>
        </p:nvSpPr>
        <p:spPr>
          <a:xfrm>
            <a:off x="737790" y="6015264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2D65A2B-9ABF-8A46-6FD1-B2BF4651D93E}"/>
              </a:ext>
            </a:extLst>
          </p:cNvPr>
          <p:cNvGraphicFramePr>
            <a:graphicFrameLocks noGrp="1"/>
          </p:cNvGraphicFramePr>
          <p:nvPr/>
        </p:nvGraphicFramePr>
        <p:xfrm>
          <a:off x="1477422" y="4803693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error</a:t>
                      </a:r>
                      <a:endParaRPr lang="fr-M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24CAA492-9B08-DBC8-1774-04E3E576827B}"/>
              </a:ext>
            </a:extLst>
          </p:cNvPr>
          <p:cNvSpPr/>
          <p:nvPr/>
        </p:nvSpPr>
        <p:spPr>
          <a:xfrm>
            <a:off x="1518524" y="5146301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CB07D03-95C1-5154-95D5-BDC660D6F91C}"/>
              </a:ext>
            </a:extLst>
          </p:cNvPr>
          <p:cNvSpPr/>
          <p:nvPr/>
        </p:nvSpPr>
        <p:spPr>
          <a:xfrm>
            <a:off x="1518524" y="5435709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8D3030-12B3-2164-EF83-ACC1780BC2A4}"/>
              </a:ext>
            </a:extLst>
          </p:cNvPr>
          <p:cNvSpPr/>
          <p:nvPr/>
        </p:nvSpPr>
        <p:spPr>
          <a:xfrm>
            <a:off x="1529142" y="5745880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9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AB9234-6705-3559-FAFB-72F6514429C2}"/>
              </a:ext>
            </a:extLst>
          </p:cNvPr>
          <p:cNvSpPr/>
          <p:nvPr/>
        </p:nvSpPr>
        <p:spPr>
          <a:xfrm>
            <a:off x="1526817" y="6051441"/>
            <a:ext cx="619827" cy="226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/>
              <a:t>12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B9F78-A62B-775D-2CB1-F668568F5599}"/>
              </a:ext>
            </a:extLst>
          </p:cNvPr>
          <p:cNvSpPr txBox="1"/>
          <p:nvPr/>
        </p:nvSpPr>
        <p:spPr>
          <a:xfrm>
            <a:off x="2513591" y="4466585"/>
            <a:ext cx="69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</a:t>
            </a:r>
            <a:r>
              <a:rPr lang="fr-MA" baseline="30000" dirty="0"/>
              <a:t>2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9FAE99EF-00A8-AD91-4B35-376CC597119A}"/>
              </a:ext>
            </a:extLst>
          </p:cNvPr>
          <p:cNvGraphicFramePr>
            <a:graphicFrameLocks noGrp="1"/>
          </p:cNvGraphicFramePr>
          <p:nvPr/>
        </p:nvGraphicFramePr>
        <p:xfrm>
          <a:off x="2329331" y="4819805"/>
          <a:ext cx="1123052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3052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Squared_error</a:t>
                      </a:r>
                      <a:endParaRPr lang="fr-M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539B47E5-DC16-4A12-534C-03615414EC4A}"/>
              </a:ext>
            </a:extLst>
          </p:cNvPr>
          <p:cNvSpPr/>
          <p:nvPr/>
        </p:nvSpPr>
        <p:spPr>
          <a:xfrm>
            <a:off x="2436442" y="5173324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9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E9EB28-0065-3A3D-B19F-73948DFAD297}"/>
              </a:ext>
            </a:extLst>
          </p:cNvPr>
          <p:cNvSpPr/>
          <p:nvPr/>
        </p:nvSpPr>
        <p:spPr>
          <a:xfrm>
            <a:off x="2436442" y="5462732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08B3861-4197-BE53-2DD1-FC864C3540D8}"/>
              </a:ext>
            </a:extLst>
          </p:cNvPr>
          <p:cNvSpPr/>
          <p:nvPr/>
        </p:nvSpPr>
        <p:spPr>
          <a:xfrm>
            <a:off x="2447060" y="5772903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81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C0F44B-F292-20E5-D695-EE473F218077}"/>
              </a:ext>
            </a:extLst>
          </p:cNvPr>
          <p:cNvSpPr/>
          <p:nvPr/>
        </p:nvSpPr>
        <p:spPr>
          <a:xfrm>
            <a:off x="2444736" y="6078465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144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CD1539-21C8-3F47-4D9F-05FE68ACE8D4}"/>
              </a:ext>
            </a:extLst>
          </p:cNvPr>
          <p:cNvSpPr txBox="1"/>
          <p:nvPr/>
        </p:nvSpPr>
        <p:spPr>
          <a:xfrm>
            <a:off x="2282344" y="6337838"/>
            <a:ext cx="71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MSE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A3074A-F2B3-3F05-068D-965F21267825}"/>
              </a:ext>
            </a:extLst>
          </p:cNvPr>
          <p:cNvSpPr txBox="1"/>
          <p:nvPr/>
        </p:nvSpPr>
        <p:spPr>
          <a:xfrm>
            <a:off x="2784180" y="6319967"/>
            <a:ext cx="88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67.5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D3425E-F322-C560-C3A1-3466A7BEDD50}"/>
              </a:ext>
            </a:extLst>
          </p:cNvPr>
          <p:cNvSpPr txBox="1"/>
          <p:nvPr/>
        </p:nvSpPr>
        <p:spPr>
          <a:xfrm>
            <a:off x="607462" y="4251939"/>
            <a:ext cx="2666478" cy="367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Itération 0</a:t>
            </a:r>
            <a:r>
              <a:rPr lang="fr-MA" b="1" dirty="0">
                <a:solidFill>
                  <a:srgbClr val="0066FF"/>
                </a:solidFill>
              </a:rPr>
              <a:t>: w1=0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7728FD6-2D22-F5DA-8060-4FFF55EBF310}"/>
              </a:ext>
            </a:extLst>
          </p:cNvPr>
          <p:cNvSpPr/>
          <p:nvPr/>
        </p:nvSpPr>
        <p:spPr>
          <a:xfrm>
            <a:off x="3672543" y="4238029"/>
            <a:ext cx="2991224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725B8D-876D-EB26-D9A6-A2267BA0AE08}"/>
              </a:ext>
            </a:extLst>
          </p:cNvPr>
          <p:cNvSpPr txBox="1"/>
          <p:nvPr/>
        </p:nvSpPr>
        <p:spPr>
          <a:xfrm>
            <a:off x="4782916" y="4450473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</a:t>
            </a: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A72E205D-4FB9-1CC9-49FE-7919B7339657}"/>
              </a:ext>
            </a:extLst>
          </p:cNvPr>
          <p:cNvGraphicFramePr>
            <a:graphicFrameLocks noGrp="1"/>
          </p:cNvGraphicFramePr>
          <p:nvPr/>
        </p:nvGraphicFramePr>
        <p:xfrm>
          <a:off x="3729975" y="4757973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F349DC9A-6425-C6E9-9A91-C4782DE49037}"/>
              </a:ext>
            </a:extLst>
          </p:cNvPr>
          <p:cNvSpPr txBox="1"/>
          <p:nvPr/>
        </p:nvSpPr>
        <p:spPr>
          <a:xfrm>
            <a:off x="3929067" y="4630805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7A3A273-D00C-8AAA-CD19-9D7601AEAE69}"/>
              </a:ext>
            </a:extLst>
          </p:cNvPr>
          <p:cNvSpPr/>
          <p:nvPr/>
        </p:nvSpPr>
        <p:spPr>
          <a:xfrm>
            <a:off x="3837086" y="5111492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1.1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F5C671D-473D-D3BC-974F-E291CA2ED39D}"/>
              </a:ext>
            </a:extLst>
          </p:cNvPr>
          <p:cNvSpPr/>
          <p:nvPr/>
        </p:nvSpPr>
        <p:spPr>
          <a:xfrm>
            <a:off x="3837086" y="5400900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1.2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9635D4-DA4B-DEC4-ED16-768AE8C26FD4}"/>
              </a:ext>
            </a:extLst>
          </p:cNvPr>
          <p:cNvSpPr/>
          <p:nvPr/>
        </p:nvSpPr>
        <p:spPr>
          <a:xfrm>
            <a:off x="3847704" y="5711071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1.3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46B83A7-E79E-8C62-B785-41A83ACC4E8F}"/>
              </a:ext>
            </a:extLst>
          </p:cNvPr>
          <p:cNvSpPr/>
          <p:nvPr/>
        </p:nvSpPr>
        <p:spPr>
          <a:xfrm>
            <a:off x="3845380" y="6031873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1.4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36FEFEA6-0672-8A22-FC4B-CDF9D11B08B1}"/>
              </a:ext>
            </a:extLst>
          </p:cNvPr>
          <p:cNvGraphicFramePr>
            <a:graphicFrameLocks noGrp="1"/>
          </p:cNvGraphicFramePr>
          <p:nvPr/>
        </p:nvGraphicFramePr>
        <p:xfrm>
          <a:off x="4552935" y="4803693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error</a:t>
                      </a:r>
                      <a:endParaRPr lang="fr-M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5FD19DA5-7B23-E797-E3AA-997DD6D109B4}"/>
              </a:ext>
            </a:extLst>
          </p:cNvPr>
          <p:cNvSpPr/>
          <p:nvPr/>
        </p:nvSpPr>
        <p:spPr>
          <a:xfrm>
            <a:off x="4599086" y="5157212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2.9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A9C0F37-0F77-25B9-EFE2-F0F1284D1FCA}"/>
              </a:ext>
            </a:extLst>
          </p:cNvPr>
          <p:cNvSpPr/>
          <p:nvPr/>
        </p:nvSpPr>
        <p:spPr>
          <a:xfrm>
            <a:off x="4599086" y="5446620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5.8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0664BA-434A-9F4A-31AB-4EF6F683B2D0}"/>
              </a:ext>
            </a:extLst>
          </p:cNvPr>
          <p:cNvSpPr/>
          <p:nvPr/>
        </p:nvSpPr>
        <p:spPr>
          <a:xfrm>
            <a:off x="4609704" y="5756791"/>
            <a:ext cx="612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8.7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979E3C8-4DFA-F25F-49AD-D0BBA68646B4}"/>
              </a:ext>
            </a:extLst>
          </p:cNvPr>
          <p:cNvSpPr/>
          <p:nvPr/>
        </p:nvSpPr>
        <p:spPr>
          <a:xfrm>
            <a:off x="4607380" y="6062352"/>
            <a:ext cx="560775" cy="216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/>
              <a:t>11.6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D273E5-72D7-6ED3-E19E-78EDA1590622}"/>
              </a:ext>
            </a:extLst>
          </p:cNvPr>
          <p:cNvSpPr txBox="1"/>
          <p:nvPr/>
        </p:nvSpPr>
        <p:spPr>
          <a:xfrm>
            <a:off x="5589104" y="4466585"/>
            <a:ext cx="69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</a:t>
            </a:r>
            <a:r>
              <a:rPr lang="fr-MA" baseline="30000" dirty="0"/>
              <a:t>2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2C7DAFA-06D0-6763-67A0-0F33B1935B3E}"/>
              </a:ext>
            </a:extLst>
          </p:cNvPr>
          <p:cNvGraphicFramePr>
            <a:graphicFrameLocks noGrp="1"/>
          </p:cNvGraphicFramePr>
          <p:nvPr/>
        </p:nvGraphicFramePr>
        <p:xfrm>
          <a:off x="5404844" y="4819805"/>
          <a:ext cx="1123052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3052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Squared_error</a:t>
                      </a:r>
                      <a:endParaRPr lang="fr-M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889F90E3-379F-81B6-4EAB-8397914405B3}"/>
              </a:ext>
            </a:extLst>
          </p:cNvPr>
          <p:cNvSpPr/>
          <p:nvPr/>
        </p:nvSpPr>
        <p:spPr>
          <a:xfrm>
            <a:off x="5511955" y="5173324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8.41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95753B4-B183-B0D0-8446-7D0DB7DAFF90}"/>
              </a:ext>
            </a:extLst>
          </p:cNvPr>
          <p:cNvSpPr/>
          <p:nvPr/>
        </p:nvSpPr>
        <p:spPr>
          <a:xfrm>
            <a:off x="5511955" y="5462732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33.64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D29242D-109F-6C82-D5E6-7029150D5C89}"/>
              </a:ext>
            </a:extLst>
          </p:cNvPr>
          <p:cNvSpPr/>
          <p:nvPr/>
        </p:nvSpPr>
        <p:spPr>
          <a:xfrm>
            <a:off x="5522573" y="5772903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75.69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895E6A-BFDE-5C56-E7C3-8275C3D6ECC4}"/>
              </a:ext>
            </a:extLst>
          </p:cNvPr>
          <p:cNvSpPr/>
          <p:nvPr/>
        </p:nvSpPr>
        <p:spPr>
          <a:xfrm>
            <a:off x="5520249" y="6078465"/>
            <a:ext cx="900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134.56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68F5D9-67FC-1B0B-C4A7-AB3264F83C02}"/>
              </a:ext>
            </a:extLst>
          </p:cNvPr>
          <p:cNvSpPr txBox="1"/>
          <p:nvPr/>
        </p:nvSpPr>
        <p:spPr>
          <a:xfrm>
            <a:off x="5250774" y="6417118"/>
            <a:ext cx="71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MSE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DB22A2-1EB9-2790-1824-FD70A25E80ED}"/>
              </a:ext>
            </a:extLst>
          </p:cNvPr>
          <p:cNvSpPr txBox="1"/>
          <p:nvPr/>
        </p:nvSpPr>
        <p:spPr>
          <a:xfrm>
            <a:off x="5801349" y="6418828"/>
            <a:ext cx="88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63.07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5D2B48-4FEE-09C9-E525-EDC9198A53A3}"/>
              </a:ext>
            </a:extLst>
          </p:cNvPr>
          <p:cNvSpPr txBox="1"/>
          <p:nvPr/>
        </p:nvSpPr>
        <p:spPr>
          <a:xfrm>
            <a:off x="3682975" y="4251939"/>
            <a:ext cx="2569129" cy="367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Itération 1</a:t>
            </a:r>
            <a:r>
              <a:rPr lang="fr-MA" b="1" dirty="0">
                <a:solidFill>
                  <a:srgbClr val="0066FF"/>
                </a:solidFill>
              </a:rPr>
              <a:t> : w1=0.1</a:t>
            </a:r>
            <a:endParaRPr lang="fr-MA" b="1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A483CC9-5E18-B5E7-EAFB-391F951E4F42}"/>
              </a:ext>
            </a:extLst>
          </p:cNvPr>
          <p:cNvSpPr/>
          <p:nvPr/>
        </p:nvSpPr>
        <p:spPr>
          <a:xfrm>
            <a:off x="6813540" y="4219965"/>
            <a:ext cx="914093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88C1791-F7AC-932D-6600-6649ACE08F45}"/>
              </a:ext>
            </a:extLst>
          </p:cNvPr>
          <p:cNvGraphicFramePr>
            <a:graphicFrameLocks noGrp="1"/>
          </p:cNvGraphicFramePr>
          <p:nvPr/>
        </p:nvGraphicFramePr>
        <p:xfrm>
          <a:off x="6870971" y="4739909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290FAA3C-4B9E-EF52-DB5B-C7E4C9BFEAA6}"/>
              </a:ext>
            </a:extLst>
          </p:cNvPr>
          <p:cNvSpPr txBox="1"/>
          <p:nvPr/>
        </p:nvSpPr>
        <p:spPr>
          <a:xfrm>
            <a:off x="7070063" y="4612741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F53F310-62EC-74EE-7643-ADE64F805B5E}"/>
              </a:ext>
            </a:extLst>
          </p:cNvPr>
          <p:cNvSpPr/>
          <p:nvPr/>
        </p:nvSpPr>
        <p:spPr>
          <a:xfrm>
            <a:off x="6978082" y="5093428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F06769-77AE-1C38-3AFF-965DD8488148}"/>
              </a:ext>
            </a:extLst>
          </p:cNvPr>
          <p:cNvSpPr/>
          <p:nvPr/>
        </p:nvSpPr>
        <p:spPr>
          <a:xfrm>
            <a:off x="6978082" y="5382836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07D74A-F70A-1C5D-0675-4A345C15B670}"/>
              </a:ext>
            </a:extLst>
          </p:cNvPr>
          <p:cNvSpPr/>
          <p:nvPr/>
        </p:nvSpPr>
        <p:spPr>
          <a:xfrm>
            <a:off x="6988700" y="5693007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E562E9-C371-075A-AAC1-80D2FFEE7543}"/>
              </a:ext>
            </a:extLst>
          </p:cNvPr>
          <p:cNvSpPr/>
          <p:nvPr/>
        </p:nvSpPr>
        <p:spPr>
          <a:xfrm>
            <a:off x="6986376" y="6013809"/>
            <a:ext cx="504000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DF308E8-55CE-96C5-3961-7149E87D4A80}"/>
              </a:ext>
            </a:extLst>
          </p:cNvPr>
          <p:cNvSpPr txBox="1"/>
          <p:nvPr/>
        </p:nvSpPr>
        <p:spPr>
          <a:xfrm>
            <a:off x="6837290" y="6399054"/>
            <a:ext cx="714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MSE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98D47EE-25C7-134E-A3BB-D1564F44B531}"/>
              </a:ext>
            </a:extLst>
          </p:cNvPr>
          <p:cNvSpPr txBox="1"/>
          <p:nvPr/>
        </p:nvSpPr>
        <p:spPr>
          <a:xfrm>
            <a:off x="7204986" y="6400764"/>
            <a:ext cx="71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B050C7-17BF-5DA6-88C5-7B6BE486AC64}"/>
              </a:ext>
            </a:extLst>
          </p:cNvPr>
          <p:cNvSpPr txBox="1"/>
          <p:nvPr/>
        </p:nvSpPr>
        <p:spPr>
          <a:xfrm>
            <a:off x="6820376" y="4233874"/>
            <a:ext cx="1213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200" b="1" dirty="0"/>
              <a:t>It 10</a:t>
            </a:r>
            <a:r>
              <a:rPr lang="fr-MA" sz="1200" b="1" dirty="0">
                <a:solidFill>
                  <a:srgbClr val="0066FF"/>
                </a:solidFill>
              </a:rPr>
              <a:t> :</a:t>
            </a:r>
            <a:r>
              <a:rPr lang="fr-MA" sz="1400" b="1" dirty="0">
                <a:solidFill>
                  <a:srgbClr val="0066FF"/>
                </a:solidFill>
              </a:rPr>
              <a:t>w1=1</a:t>
            </a:r>
            <a:endParaRPr lang="fr-MA" sz="1400" b="1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E9CFD53-44C3-1FA4-794A-9F538AEF8341}"/>
              </a:ext>
            </a:extLst>
          </p:cNvPr>
          <p:cNvSpPr/>
          <p:nvPr/>
        </p:nvSpPr>
        <p:spPr>
          <a:xfrm>
            <a:off x="8902085" y="4233875"/>
            <a:ext cx="914093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D702D511-2EDD-1112-ECB6-7ABAEB08A56C}"/>
              </a:ext>
            </a:extLst>
          </p:cNvPr>
          <p:cNvGraphicFramePr>
            <a:graphicFrameLocks noGrp="1"/>
          </p:cNvGraphicFramePr>
          <p:nvPr/>
        </p:nvGraphicFramePr>
        <p:xfrm>
          <a:off x="8959516" y="4753819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12" name="TextBox 111">
            <a:extLst>
              <a:ext uri="{FF2B5EF4-FFF2-40B4-BE49-F238E27FC236}">
                <a16:creationId xmlns:a16="http://schemas.microsoft.com/office/drawing/2014/main" id="{D2D5C182-2D0B-FC3C-71C7-33AB02D81505}"/>
              </a:ext>
            </a:extLst>
          </p:cNvPr>
          <p:cNvSpPr txBox="1"/>
          <p:nvPr/>
        </p:nvSpPr>
        <p:spPr>
          <a:xfrm>
            <a:off x="9158608" y="4626651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7BDE6FA-17F4-3F21-0E67-5409FED6CC7E}"/>
              </a:ext>
            </a:extLst>
          </p:cNvPr>
          <p:cNvSpPr/>
          <p:nvPr/>
        </p:nvSpPr>
        <p:spPr>
          <a:xfrm>
            <a:off x="9066627" y="5107338"/>
            <a:ext cx="504000" cy="216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0B8D101-174C-9A64-D10D-E85AFB1326B3}"/>
              </a:ext>
            </a:extLst>
          </p:cNvPr>
          <p:cNvSpPr/>
          <p:nvPr/>
        </p:nvSpPr>
        <p:spPr>
          <a:xfrm>
            <a:off x="9066627" y="5396746"/>
            <a:ext cx="504000" cy="216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7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D058C33-405D-5EA4-B3E6-F2881FEBE53C}"/>
              </a:ext>
            </a:extLst>
          </p:cNvPr>
          <p:cNvSpPr/>
          <p:nvPr/>
        </p:nvSpPr>
        <p:spPr>
          <a:xfrm>
            <a:off x="9077245" y="5706917"/>
            <a:ext cx="504000" cy="216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741BB9D-96E7-92A0-5389-50EF149C86D3}"/>
              </a:ext>
            </a:extLst>
          </p:cNvPr>
          <p:cNvSpPr/>
          <p:nvPr/>
        </p:nvSpPr>
        <p:spPr>
          <a:xfrm>
            <a:off x="9074921" y="6027719"/>
            <a:ext cx="504000" cy="216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382C0F6-DE81-F471-4D0E-A1C3E2D47A36}"/>
              </a:ext>
            </a:extLst>
          </p:cNvPr>
          <p:cNvSpPr txBox="1"/>
          <p:nvPr/>
        </p:nvSpPr>
        <p:spPr>
          <a:xfrm>
            <a:off x="8925835" y="6412964"/>
            <a:ext cx="714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MSE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93A895B-92BA-3943-781C-042857F7435D}"/>
              </a:ext>
            </a:extLst>
          </p:cNvPr>
          <p:cNvSpPr txBox="1"/>
          <p:nvPr/>
        </p:nvSpPr>
        <p:spPr>
          <a:xfrm>
            <a:off x="9293531" y="6414674"/>
            <a:ext cx="71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54CC7E-4D9C-0DF6-525E-4C53AFCA6E16}"/>
              </a:ext>
            </a:extLst>
          </p:cNvPr>
          <p:cNvSpPr txBox="1"/>
          <p:nvPr/>
        </p:nvSpPr>
        <p:spPr>
          <a:xfrm>
            <a:off x="8912516" y="4247785"/>
            <a:ext cx="1004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It 30</a:t>
            </a:r>
            <a:r>
              <a:rPr lang="fr-MA" sz="1200" b="1" dirty="0">
                <a:solidFill>
                  <a:srgbClr val="0066FF"/>
                </a:solidFill>
              </a:rPr>
              <a:t>:</a:t>
            </a:r>
            <a:r>
              <a:rPr lang="fr-MA" sz="1400" b="1" dirty="0">
                <a:solidFill>
                  <a:srgbClr val="0066FF"/>
                </a:solidFill>
              </a:rPr>
              <a:t>w1=3</a:t>
            </a:r>
            <a:endParaRPr lang="fr-MA" sz="1400" b="1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1F0DE35-40FB-0E87-DD68-5C417F5E5347}"/>
              </a:ext>
            </a:extLst>
          </p:cNvPr>
          <p:cNvSpPr/>
          <p:nvPr/>
        </p:nvSpPr>
        <p:spPr>
          <a:xfrm>
            <a:off x="9993815" y="4233875"/>
            <a:ext cx="914093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55C4941B-B910-B69C-EA0F-516AB7C690EF}"/>
              </a:ext>
            </a:extLst>
          </p:cNvPr>
          <p:cNvGraphicFramePr>
            <a:graphicFrameLocks noGrp="1"/>
          </p:cNvGraphicFramePr>
          <p:nvPr/>
        </p:nvGraphicFramePr>
        <p:xfrm>
          <a:off x="10051246" y="4753819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22" name="TextBox 121">
            <a:extLst>
              <a:ext uri="{FF2B5EF4-FFF2-40B4-BE49-F238E27FC236}">
                <a16:creationId xmlns:a16="http://schemas.microsoft.com/office/drawing/2014/main" id="{C7F6190A-C749-934B-1CA1-8A9F0EC89341}"/>
              </a:ext>
            </a:extLst>
          </p:cNvPr>
          <p:cNvSpPr txBox="1"/>
          <p:nvPr/>
        </p:nvSpPr>
        <p:spPr>
          <a:xfrm>
            <a:off x="10250338" y="4626651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0879D2E-7CE1-F310-42E9-C2E882C16236}"/>
              </a:ext>
            </a:extLst>
          </p:cNvPr>
          <p:cNvSpPr/>
          <p:nvPr/>
        </p:nvSpPr>
        <p:spPr>
          <a:xfrm>
            <a:off x="10097396" y="5107338"/>
            <a:ext cx="622851" cy="204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000" dirty="0"/>
              <a:t>4.1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705EA0D-7260-2765-4E57-3C019FA69672}"/>
              </a:ext>
            </a:extLst>
          </p:cNvPr>
          <p:cNvSpPr/>
          <p:nvPr/>
        </p:nvSpPr>
        <p:spPr>
          <a:xfrm>
            <a:off x="10097396" y="5396746"/>
            <a:ext cx="622851" cy="204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000" dirty="0"/>
              <a:t>7.2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D3D8ABB-7ADF-AA4B-B628-F0F96FEEA140}"/>
              </a:ext>
            </a:extLst>
          </p:cNvPr>
          <p:cNvSpPr/>
          <p:nvPr/>
        </p:nvSpPr>
        <p:spPr>
          <a:xfrm>
            <a:off x="10108014" y="5706917"/>
            <a:ext cx="622851" cy="204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/>
              <a:t>10.3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B2AE9BB-61E0-D647-B008-6A0BFBB7B724}"/>
              </a:ext>
            </a:extLst>
          </p:cNvPr>
          <p:cNvSpPr/>
          <p:nvPr/>
        </p:nvSpPr>
        <p:spPr>
          <a:xfrm>
            <a:off x="10105690" y="5988903"/>
            <a:ext cx="622851" cy="240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/>
              <a:t>13.4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8A410B6-FE23-0B6E-5D1C-7192E2C2C99C}"/>
              </a:ext>
            </a:extLst>
          </p:cNvPr>
          <p:cNvSpPr txBox="1"/>
          <p:nvPr/>
        </p:nvSpPr>
        <p:spPr>
          <a:xfrm>
            <a:off x="10017565" y="6412964"/>
            <a:ext cx="714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MSE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7F70827-B66F-E607-5492-E89013D9B4B6}"/>
              </a:ext>
            </a:extLst>
          </p:cNvPr>
          <p:cNvSpPr txBox="1"/>
          <p:nvPr/>
        </p:nvSpPr>
        <p:spPr>
          <a:xfrm>
            <a:off x="10385261" y="6414674"/>
            <a:ext cx="71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FF0000"/>
                </a:solidFill>
              </a:rPr>
              <a:t>0.075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0D9F847-693B-2765-51C9-1DC4B7C50935}"/>
              </a:ext>
            </a:extLst>
          </p:cNvPr>
          <p:cNvSpPr txBox="1"/>
          <p:nvPr/>
        </p:nvSpPr>
        <p:spPr>
          <a:xfrm>
            <a:off x="9912806" y="4247785"/>
            <a:ext cx="1123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It 31</a:t>
            </a:r>
            <a:r>
              <a:rPr lang="fr-MA" sz="1200" b="1" dirty="0">
                <a:solidFill>
                  <a:srgbClr val="0066FF"/>
                </a:solidFill>
              </a:rPr>
              <a:t>:</a:t>
            </a:r>
            <a:r>
              <a:rPr lang="fr-MA" sz="1400" b="1" dirty="0">
                <a:solidFill>
                  <a:srgbClr val="0066FF"/>
                </a:solidFill>
              </a:rPr>
              <a:t>w1=3.1</a:t>
            </a:r>
            <a:endParaRPr lang="fr-MA" sz="1400" b="1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5406F5A-82D7-34EF-687F-E812E142080A}"/>
              </a:ext>
            </a:extLst>
          </p:cNvPr>
          <p:cNvSpPr/>
          <p:nvPr/>
        </p:nvSpPr>
        <p:spPr>
          <a:xfrm>
            <a:off x="11021432" y="4233875"/>
            <a:ext cx="1105524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D9DF526-A2E5-E5D7-9CE2-63B5E5E4CFEE}"/>
              </a:ext>
            </a:extLst>
          </p:cNvPr>
          <p:cNvGraphicFramePr>
            <a:graphicFrameLocks noGrp="1"/>
          </p:cNvGraphicFramePr>
          <p:nvPr/>
        </p:nvGraphicFramePr>
        <p:xfrm>
          <a:off x="11078863" y="4753819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CCFAE5-1AEA-C741-3997-5E1CC8C5893A}"/>
              </a:ext>
            </a:extLst>
          </p:cNvPr>
          <p:cNvSpPr txBox="1"/>
          <p:nvPr/>
        </p:nvSpPr>
        <p:spPr>
          <a:xfrm>
            <a:off x="11277955" y="4626651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4305C3F-56DE-1747-3B87-7249A715664E}"/>
              </a:ext>
            </a:extLst>
          </p:cNvPr>
          <p:cNvSpPr/>
          <p:nvPr/>
        </p:nvSpPr>
        <p:spPr>
          <a:xfrm>
            <a:off x="11140254" y="5107338"/>
            <a:ext cx="610712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6.9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633996B-6CC1-FBC6-874C-F391CA23C954}"/>
              </a:ext>
            </a:extLst>
          </p:cNvPr>
          <p:cNvSpPr/>
          <p:nvPr/>
        </p:nvSpPr>
        <p:spPr>
          <a:xfrm>
            <a:off x="11140254" y="5396746"/>
            <a:ext cx="610712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12.8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AB2CF00-1F32-089D-DF26-6F1F05C3F1A8}"/>
              </a:ext>
            </a:extLst>
          </p:cNvPr>
          <p:cNvSpPr/>
          <p:nvPr/>
        </p:nvSpPr>
        <p:spPr>
          <a:xfrm>
            <a:off x="11150872" y="5706917"/>
            <a:ext cx="610712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18.7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EDD16F4-0B71-8006-1766-D2BA2387FB2D}"/>
              </a:ext>
            </a:extLst>
          </p:cNvPr>
          <p:cNvSpPr/>
          <p:nvPr/>
        </p:nvSpPr>
        <p:spPr>
          <a:xfrm>
            <a:off x="11148548" y="6027719"/>
            <a:ext cx="610712" cy="2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24.6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5074D6C-5BE5-FB0B-EF80-274426FA890D}"/>
              </a:ext>
            </a:extLst>
          </p:cNvPr>
          <p:cNvSpPr txBox="1"/>
          <p:nvPr/>
        </p:nvSpPr>
        <p:spPr>
          <a:xfrm>
            <a:off x="11045182" y="6412964"/>
            <a:ext cx="714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MSE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59CD6F8-75FC-6299-8FE8-9C1E25F4A45B}"/>
              </a:ext>
            </a:extLst>
          </p:cNvPr>
          <p:cNvSpPr txBox="1"/>
          <p:nvPr/>
        </p:nvSpPr>
        <p:spPr>
          <a:xfrm>
            <a:off x="11412878" y="6414674"/>
            <a:ext cx="71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FF0000"/>
                </a:solidFill>
              </a:rPr>
              <a:t>63.07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726FFAB-E1B8-180E-17FC-F26A2C1828D4}"/>
              </a:ext>
            </a:extLst>
          </p:cNvPr>
          <p:cNvSpPr txBox="1"/>
          <p:nvPr/>
        </p:nvSpPr>
        <p:spPr>
          <a:xfrm>
            <a:off x="11033242" y="4247785"/>
            <a:ext cx="1185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It 59</a:t>
            </a:r>
            <a:r>
              <a:rPr lang="fr-MA" sz="1200" b="1" dirty="0">
                <a:solidFill>
                  <a:srgbClr val="0066FF"/>
                </a:solidFill>
              </a:rPr>
              <a:t> :</a:t>
            </a:r>
            <a:r>
              <a:rPr lang="fr-MA" sz="1400" b="1" dirty="0">
                <a:solidFill>
                  <a:srgbClr val="0066FF"/>
                </a:solidFill>
              </a:rPr>
              <a:t>w1=5.9</a:t>
            </a:r>
            <a:endParaRPr lang="fr-MA" sz="1400" b="1" dirty="0"/>
          </a:p>
        </p:txBody>
      </p:sp>
      <p:graphicFrame>
        <p:nvGraphicFramePr>
          <p:cNvPr id="140" name="Table 139">
            <a:extLst>
              <a:ext uri="{FF2B5EF4-FFF2-40B4-BE49-F238E27FC236}">
                <a16:creationId xmlns:a16="http://schemas.microsoft.com/office/drawing/2014/main" id="{3B12EEA7-28B3-FF25-9DA1-BC483E0C80C9}"/>
              </a:ext>
            </a:extLst>
          </p:cNvPr>
          <p:cNvGraphicFramePr>
            <a:graphicFrameLocks noGrp="1"/>
          </p:cNvGraphicFramePr>
          <p:nvPr/>
        </p:nvGraphicFramePr>
        <p:xfrm>
          <a:off x="63699" y="1350337"/>
          <a:ext cx="525794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94">
                  <a:extLst>
                    <a:ext uri="{9D8B030D-6E8A-4147-A177-3AD203B41FA5}">
                      <a16:colId xmlns:a16="http://schemas.microsoft.com/office/drawing/2014/main" val="3383394822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X1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8672CE8A-56D4-5ACB-26E6-67BE48D9DFC2}"/>
              </a:ext>
            </a:extLst>
          </p:cNvPr>
          <p:cNvGraphicFramePr>
            <a:graphicFrameLocks noGrp="1"/>
          </p:cNvGraphicFramePr>
          <p:nvPr/>
        </p:nvGraphicFramePr>
        <p:xfrm>
          <a:off x="647606" y="1357130"/>
          <a:ext cx="490527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527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</a:t>
                      </a:r>
                      <a:endParaRPr lang="fr-MA" sz="1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44" name="Rectangle 143">
            <a:extLst>
              <a:ext uri="{FF2B5EF4-FFF2-40B4-BE49-F238E27FC236}">
                <a16:creationId xmlns:a16="http://schemas.microsoft.com/office/drawing/2014/main" id="{B6F139BB-561E-28D7-E86F-A66D5FA411E6}"/>
              </a:ext>
            </a:extLst>
          </p:cNvPr>
          <p:cNvSpPr/>
          <p:nvPr/>
        </p:nvSpPr>
        <p:spPr>
          <a:xfrm>
            <a:off x="7774325" y="4218635"/>
            <a:ext cx="914093" cy="24855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aphicFrame>
        <p:nvGraphicFramePr>
          <p:cNvPr id="145" name="Table 144">
            <a:extLst>
              <a:ext uri="{FF2B5EF4-FFF2-40B4-BE49-F238E27FC236}">
                <a16:creationId xmlns:a16="http://schemas.microsoft.com/office/drawing/2014/main" id="{08361178-DC59-DDD7-711E-AD22D7DF222A}"/>
              </a:ext>
            </a:extLst>
          </p:cNvPr>
          <p:cNvGraphicFramePr>
            <a:graphicFrameLocks noGrp="1"/>
          </p:cNvGraphicFramePr>
          <p:nvPr/>
        </p:nvGraphicFramePr>
        <p:xfrm>
          <a:off x="7831756" y="4738579"/>
          <a:ext cx="714078" cy="1523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78">
                  <a:extLst>
                    <a:ext uri="{9D8B030D-6E8A-4147-A177-3AD203B41FA5}">
                      <a16:colId xmlns:a16="http://schemas.microsoft.com/office/drawing/2014/main" val="3029807680"/>
                    </a:ext>
                  </a:extLst>
                </a:gridCol>
              </a:tblGrid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effectLst/>
                        </a:rPr>
                        <a:t>Y</a:t>
                      </a:r>
                      <a:endParaRPr lang="fr-M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9303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27184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10186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23422"/>
                  </a:ext>
                </a:extLst>
              </a:tr>
              <a:tr h="304781">
                <a:tc>
                  <a:txBody>
                    <a:bodyPr/>
                    <a:lstStyle/>
                    <a:p>
                      <a:pPr algn="ctr" fontAlgn="b"/>
                      <a:r>
                        <a:rPr lang="fr-M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71600"/>
                  </a:ext>
                </a:extLst>
              </a:tr>
            </a:tbl>
          </a:graphicData>
        </a:graphic>
      </p:graphicFrame>
      <p:sp>
        <p:nvSpPr>
          <p:cNvPr id="146" name="TextBox 145">
            <a:extLst>
              <a:ext uri="{FF2B5EF4-FFF2-40B4-BE49-F238E27FC236}">
                <a16:creationId xmlns:a16="http://schemas.microsoft.com/office/drawing/2014/main" id="{0B901537-27D2-CCFC-C0D9-422B6A250C16}"/>
              </a:ext>
            </a:extLst>
          </p:cNvPr>
          <p:cNvSpPr txBox="1"/>
          <p:nvPr/>
        </p:nvSpPr>
        <p:spPr>
          <a:xfrm>
            <a:off x="8030848" y="4611411"/>
            <a:ext cx="41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^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9D9EFE0-535F-62AB-B45E-C13435A1FF84}"/>
              </a:ext>
            </a:extLst>
          </p:cNvPr>
          <p:cNvSpPr/>
          <p:nvPr/>
        </p:nvSpPr>
        <p:spPr>
          <a:xfrm>
            <a:off x="7938867" y="5092098"/>
            <a:ext cx="504000" cy="216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3.9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2BF2322-5BDA-68FF-53EE-A2A51EE5CAA0}"/>
              </a:ext>
            </a:extLst>
          </p:cNvPr>
          <p:cNvSpPr/>
          <p:nvPr/>
        </p:nvSpPr>
        <p:spPr>
          <a:xfrm>
            <a:off x="7938867" y="5381506"/>
            <a:ext cx="504000" cy="216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6.8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52E864C-298E-025D-3191-8AF9AFBD57FF}"/>
              </a:ext>
            </a:extLst>
          </p:cNvPr>
          <p:cNvSpPr/>
          <p:nvPr/>
        </p:nvSpPr>
        <p:spPr>
          <a:xfrm>
            <a:off x="7949485" y="5691677"/>
            <a:ext cx="504000" cy="216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9.7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AC5F94D-7A33-9F0F-5053-7242EC16D3EE}"/>
              </a:ext>
            </a:extLst>
          </p:cNvPr>
          <p:cNvSpPr/>
          <p:nvPr/>
        </p:nvSpPr>
        <p:spPr>
          <a:xfrm>
            <a:off x="7916680" y="6012478"/>
            <a:ext cx="598673" cy="2652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12.6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C529794-8D58-A208-B830-D8BECD18C9A7}"/>
              </a:ext>
            </a:extLst>
          </p:cNvPr>
          <p:cNvSpPr txBox="1"/>
          <p:nvPr/>
        </p:nvSpPr>
        <p:spPr>
          <a:xfrm>
            <a:off x="7798075" y="6397724"/>
            <a:ext cx="714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/>
              <a:t>MSE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A9C461D-6EF1-0981-042E-ACCDD4FCA45C}"/>
              </a:ext>
            </a:extLst>
          </p:cNvPr>
          <p:cNvSpPr txBox="1"/>
          <p:nvPr/>
        </p:nvSpPr>
        <p:spPr>
          <a:xfrm>
            <a:off x="8165771" y="6399434"/>
            <a:ext cx="71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FF0000"/>
                </a:solidFill>
              </a:rPr>
              <a:t>0.075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6857C6A-715E-91FC-435F-4C75EDB2FF79}"/>
              </a:ext>
            </a:extLst>
          </p:cNvPr>
          <p:cNvSpPr txBox="1"/>
          <p:nvPr/>
        </p:nvSpPr>
        <p:spPr>
          <a:xfrm>
            <a:off x="7739036" y="4232545"/>
            <a:ext cx="1102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200" b="1" dirty="0"/>
              <a:t>It 29</a:t>
            </a:r>
            <a:r>
              <a:rPr lang="fr-MA" sz="1100" b="1" dirty="0">
                <a:solidFill>
                  <a:srgbClr val="0066FF"/>
                </a:solidFill>
              </a:rPr>
              <a:t>:</a:t>
            </a:r>
            <a:r>
              <a:rPr lang="fr-MA" sz="1400" b="1" dirty="0">
                <a:solidFill>
                  <a:srgbClr val="0066FF"/>
                </a:solidFill>
              </a:rPr>
              <a:t>w1=2.9</a:t>
            </a:r>
            <a:endParaRPr lang="fr-MA" sz="14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1607C2-57D8-1AD5-DF67-B62BA59960F6}"/>
              </a:ext>
            </a:extLst>
          </p:cNvPr>
          <p:cNvSpPr txBox="1"/>
          <p:nvPr/>
        </p:nvSpPr>
        <p:spPr>
          <a:xfrm>
            <a:off x="-1" y="3840480"/>
            <a:ext cx="395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Exécution pas à pas du programme:</a:t>
            </a: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2CA89313-D291-3B5F-C129-9D26EF18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2" y="2943865"/>
            <a:ext cx="1100079" cy="844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A276EE-860E-53AD-C19B-997F84548DB0}"/>
              </a:ext>
            </a:extLst>
          </p:cNvPr>
          <p:cNvSpPr txBox="1"/>
          <p:nvPr/>
        </p:nvSpPr>
        <p:spPr>
          <a:xfrm>
            <a:off x="6782428" y="1422867"/>
            <a:ext cx="1528690" cy="646331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Algorithme </a:t>
            </a:r>
            <a:r>
              <a:rPr lang="fr-MA" b="1" dirty="0" err="1">
                <a:solidFill>
                  <a:schemeClr val="bg1"/>
                </a:solidFill>
              </a:rPr>
              <a:t>naif</a:t>
            </a:r>
            <a:endParaRPr lang="fr-M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0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5" grpId="0" animBg="1"/>
      <p:bldP spid="37" grpId="0" animBg="1"/>
      <p:bldP spid="38" grpId="0"/>
      <p:bldP spid="40" grpId="0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 animBg="1"/>
      <p:bldP spid="60" grpId="0"/>
      <p:bldP spid="62" grpId="0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/>
      <p:bldP spid="74" grpId="0" animBg="1"/>
      <p:bldP spid="75" grpId="0" animBg="1"/>
      <p:bldP spid="76" grpId="0" animBg="1"/>
      <p:bldP spid="77" grpId="0" animBg="1"/>
      <p:bldP spid="78" grpId="0"/>
      <p:bldP spid="79" grpId="0"/>
      <p:bldP spid="80" grpId="0"/>
      <p:bldP spid="88" grpId="0" animBg="1"/>
      <p:bldP spid="91" grpId="0"/>
      <p:bldP spid="92" grpId="0" animBg="1"/>
      <p:bldP spid="93" grpId="0" animBg="1"/>
      <p:bldP spid="94" grpId="0" animBg="1"/>
      <p:bldP spid="95" grpId="0" animBg="1"/>
      <p:bldP spid="107" grpId="0"/>
      <p:bldP spid="108" grpId="0"/>
      <p:bldP spid="109" grpId="0"/>
      <p:bldP spid="110" grpId="0" animBg="1"/>
      <p:bldP spid="112" grpId="0"/>
      <p:bldP spid="113" grpId="0" animBg="1"/>
      <p:bldP spid="114" grpId="0" animBg="1"/>
      <p:bldP spid="115" grpId="0" animBg="1"/>
      <p:bldP spid="116" grpId="0" animBg="1"/>
      <p:bldP spid="117" grpId="0"/>
      <p:bldP spid="118" grpId="0"/>
      <p:bldP spid="119" grpId="0"/>
      <p:bldP spid="120" grpId="0" animBg="1"/>
      <p:bldP spid="122" grpId="0"/>
      <p:bldP spid="123" grpId="0" animBg="1"/>
      <p:bldP spid="124" grpId="0" animBg="1"/>
      <p:bldP spid="125" grpId="0" animBg="1"/>
      <p:bldP spid="126" grpId="0" animBg="1"/>
      <p:bldP spid="127" grpId="0"/>
      <p:bldP spid="128" grpId="0"/>
      <p:bldP spid="129" grpId="0"/>
      <p:bldP spid="130" grpId="0" animBg="1"/>
      <p:bldP spid="132" grpId="0"/>
      <p:bldP spid="133" grpId="0" animBg="1"/>
      <p:bldP spid="134" grpId="0" animBg="1"/>
      <p:bldP spid="135" grpId="0" animBg="1"/>
      <p:bldP spid="136" grpId="0" animBg="1"/>
      <p:bldP spid="137" grpId="0"/>
      <p:bldP spid="138" grpId="0"/>
      <p:bldP spid="139" grpId="0"/>
      <p:bldP spid="144" grpId="0" animBg="1"/>
      <p:bldP spid="146" grpId="0"/>
      <p:bldP spid="147" grpId="0" animBg="1"/>
      <p:bldP spid="148" grpId="0" animBg="1"/>
      <p:bldP spid="149" grpId="0" animBg="1"/>
      <p:bldP spid="150" grpId="0" animBg="1"/>
      <p:bldP spid="151" grpId="0"/>
      <p:bldP spid="152" grpId="0"/>
      <p:bldP spid="153" grpId="0"/>
      <p:bldP spid="156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FCE4B1-C887-B8B3-077A-4FFD0363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38" y="876900"/>
            <a:ext cx="3607134" cy="2830013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F16381-0552-C1D9-0502-6C365FE8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39" y="4474707"/>
            <a:ext cx="1752627" cy="1331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5075E-327E-0BFB-BF31-FA794A93F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375" y="4477890"/>
            <a:ext cx="1752627" cy="1328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387B7A-A427-7765-DC21-109C23165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229" y="4476293"/>
            <a:ext cx="1752627" cy="13301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0FE5E4-CCDF-FDCB-8B88-A75AAE94D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803" y="4477889"/>
            <a:ext cx="1768074" cy="13285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97CB1F-EF59-33CF-DA3C-2534975A6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020" y="4490195"/>
            <a:ext cx="1721662" cy="1300163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7E83F3-B9AC-FEC7-1CB7-1EA4AEA6F2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154" y="4474707"/>
            <a:ext cx="1777642" cy="13001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9EA05A-C55F-09E6-832F-5D4666888A11}"/>
              </a:ext>
            </a:extLst>
          </p:cNvPr>
          <p:cNvSpPr txBox="1"/>
          <p:nvPr/>
        </p:nvSpPr>
        <p:spPr>
          <a:xfrm>
            <a:off x="0" y="4145280"/>
            <a:ext cx="1716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0, W1=0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D8DDD0-C3C0-E2AC-3D5B-4ADB5FD539A8}"/>
              </a:ext>
            </a:extLst>
          </p:cNvPr>
          <p:cNvSpPr txBox="1"/>
          <p:nvPr/>
        </p:nvSpPr>
        <p:spPr>
          <a:xfrm>
            <a:off x="1752574" y="4167178"/>
            <a:ext cx="1814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10, W1=1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6B9AD-5302-6DA6-1DF8-45A2B6B36261}"/>
              </a:ext>
            </a:extLst>
          </p:cNvPr>
          <p:cNvSpPr txBox="1"/>
          <p:nvPr/>
        </p:nvSpPr>
        <p:spPr>
          <a:xfrm>
            <a:off x="3550730" y="4151938"/>
            <a:ext cx="1814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10, W1=1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B6747-C87B-5AB3-2089-F5CD4CA50357}"/>
              </a:ext>
            </a:extLst>
          </p:cNvPr>
          <p:cNvSpPr txBox="1"/>
          <p:nvPr/>
        </p:nvSpPr>
        <p:spPr>
          <a:xfrm>
            <a:off x="7083020" y="4145279"/>
            <a:ext cx="181454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00B050"/>
                </a:solidFill>
              </a:rPr>
              <a:t>Iteration</a:t>
            </a:r>
            <a:r>
              <a:rPr lang="fr-MA" sz="1400" b="1" dirty="0">
                <a:solidFill>
                  <a:srgbClr val="00B050"/>
                </a:solidFill>
              </a:rPr>
              <a:t> 30, W1=3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7AECAA-88F4-78AA-9FD9-09F48DC2B3BB}"/>
              </a:ext>
            </a:extLst>
          </p:cNvPr>
          <p:cNvSpPr txBox="1"/>
          <p:nvPr/>
        </p:nvSpPr>
        <p:spPr>
          <a:xfrm>
            <a:off x="8933902" y="4145278"/>
            <a:ext cx="1814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50, W1=5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90BA2-AE25-F133-EA8C-EAA95A8F1B54}"/>
              </a:ext>
            </a:extLst>
          </p:cNvPr>
          <p:cNvSpPr txBox="1"/>
          <p:nvPr/>
        </p:nvSpPr>
        <p:spPr>
          <a:xfrm>
            <a:off x="10574955" y="4123626"/>
            <a:ext cx="1814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59, W1=5.9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ABF7F5-A3BF-74B6-90BF-DDEEED6FF2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7748" y="4490195"/>
            <a:ext cx="1550831" cy="11638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8B75B9-DE9A-6FCE-BA98-6990490C610F}"/>
              </a:ext>
            </a:extLst>
          </p:cNvPr>
          <p:cNvSpPr txBox="1"/>
          <p:nvPr/>
        </p:nvSpPr>
        <p:spPr>
          <a:xfrm>
            <a:off x="5281803" y="4122944"/>
            <a:ext cx="1814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 err="1">
                <a:solidFill>
                  <a:srgbClr val="FF3300"/>
                </a:solidFill>
              </a:rPr>
              <a:t>Iteration</a:t>
            </a:r>
            <a:r>
              <a:rPr lang="fr-MA" sz="1400" b="1" dirty="0">
                <a:solidFill>
                  <a:srgbClr val="FF3300"/>
                </a:solidFill>
              </a:rPr>
              <a:t> 20, W1=2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6D4CCB8-54F2-791C-1113-4420C2BDA464}"/>
              </a:ext>
            </a:extLst>
          </p:cNvPr>
          <p:cNvCxnSpPr/>
          <p:nvPr/>
        </p:nvCxnSpPr>
        <p:spPr>
          <a:xfrm>
            <a:off x="159569" y="5378630"/>
            <a:ext cx="0" cy="28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A60CDF-FA1B-089B-0989-84020C18F4EC}"/>
              </a:ext>
            </a:extLst>
          </p:cNvPr>
          <p:cNvCxnSpPr/>
          <p:nvPr/>
        </p:nvCxnSpPr>
        <p:spPr>
          <a:xfrm>
            <a:off x="632009" y="5090630"/>
            <a:ext cx="0" cy="57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36CC39-231E-BBC2-759F-5C597E06875B}"/>
              </a:ext>
            </a:extLst>
          </p:cNvPr>
          <p:cNvCxnSpPr/>
          <p:nvPr/>
        </p:nvCxnSpPr>
        <p:spPr>
          <a:xfrm>
            <a:off x="1150169" y="4828747"/>
            <a:ext cx="0" cy="79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372DD8-D8B3-8D16-F996-996C9E8DCCFD}"/>
              </a:ext>
            </a:extLst>
          </p:cNvPr>
          <p:cNvCxnSpPr/>
          <p:nvPr/>
        </p:nvCxnSpPr>
        <p:spPr>
          <a:xfrm>
            <a:off x="1637849" y="4586630"/>
            <a:ext cx="0" cy="1044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526B11-F39F-A286-C605-75FDF8C58A87}"/>
              </a:ext>
            </a:extLst>
          </p:cNvPr>
          <p:cNvCxnSpPr/>
          <p:nvPr/>
        </p:nvCxnSpPr>
        <p:spPr>
          <a:xfrm>
            <a:off x="1923500" y="5439590"/>
            <a:ext cx="0" cy="21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7910B7-E02B-CBA0-1745-965974E34459}"/>
              </a:ext>
            </a:extLst>
          </p:cNvPr>
          <p:cNvCxnSpPr/>
          <p:nvPr/>
        </p:nvCxnSpPr>
        <p:spPr>
          <a:xfrm>
            <a:off x="2399849" y="5147390"/>
            <a:ext cx="0" cy="39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8AD0338-5957-3C5E-A8AA-00564E2172B2}"/>
              </a:ext>
            </a:extLst>
          </p:cNvPr>
          <p:cNvCxnSpPr/>
          <p:nvPr/>
        </p:nvCxnSpPr>
        <p:spPr>
          <a:xfrm>
            <a:off x="2918009" y="4828747"/>
            <a:ext cx="0" cy="61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5D550A-3666-D63E-B6C8-C05D2B72DF64}"/>
              </a:ext>
            </a:extLst>
          </p:cNvPr>
          <p:cNvCxnSpPr/>
          <p:nvPr/>
        </p:nvCxnSpPr>
        <p:spPr>
          <a:xfrm>
            <a:off x="3410562" y="4556150"/>
            <a:ext cx="0" cy="79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3AA834-6349-C4A4-48DF-F842CFE15F65}"/>
              </a:ext>
            </a:extLst>
          </p:cNvPr>
          <p:cNvCxnSpPr/>
          <p:nvPr/>
        </p:nvCxnSpPr>
        <p:spPr>
          <a:xfrm>
            <a:off x="3703301" y="5531030"/>
            <a:ext cx="0" cy="144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40F6DB-1DCF-F09C-479E-90441776A08D}"/>
              </a:ext>
            </a:extLst>
          </p:cNvPr>
          <p:cNvCxnSpPr/>
          <p:nvPr/>
        </p:nvCxnSpPr>
        <p:spPr>
          <a:xfrm>
            <a:off x="4179650" y="5208350"/>
            <a:ext cx="0" cy="25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952713-0F1A-AF15-8FA8-277F8A7C0EFA}"/>
              </a:ext>
            </a:extLst>
          </p:cNvPr>
          <p:cNvCxnSpPr/>
          <p:nvPr/>
        </p:nvCxnSpPr>
        <p:spPr>
          <a:xfrm>
            <a:off x="4682570" y="4876877"/>
            <a:ext cx="0" cy="36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80CBC45-8F58-C2AD-F205-482904BD63C3}"/>
              </a:ext>
            </a:extLst>
          </p:cNvPr>
          <p:cNvCxnSpPr/>
          <p:nvPr/>
        </p:nvCxnSpPr>
        <p:spPr>
          <a:xfrm>
            <a:off x="5159883" y="4540910"/>
            <a:ext cx="0" cy="46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49D03F-C6DD-E1BA-6ED2-6172C049B3F8}"/>
              </a:ext>
            </a:extLst>
          </p:cNvPr>
          <p:cNvCxnSpPr/>
          <p:nvPr/>
        </p:nvCxnSpPr>
        <p:spPr>
          <a:xfrm>
            <a:off x="6465650" y="4900747"/>
            <a:ext cx="0" cy="3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FB6622-2FEA-F1E2-BEE4-8804A615570D}"/>
              </a:ext>
            </a:extLst>
          </p:cNvPr>
          <p:cNvCxnSpPr/>
          <p:nvPr/>
        </p:nvCxnSpPr>
        <p:spPr>
          <a:xfrm>
            <a:off x="6953330" y="4534987"/>
            <a:ext cx="0" cy="7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AEA889-B4C2-8EB7-22C4-6EB8BF338AC2}"/>
              </a:ext>
            </a:extLst>
          </p:cNvPr>
          <p:cNvCxnSpPr/>
          <p:nvPr/>
        </p:nvCxnSpPr>
        <p:spPr>
          <a:xfrm>
            <a:off x="9022061" y="5489347"/>
            <a:ext cx="0" cy="144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A852F23-6EE7-E4F9-9037-9E65F22598CD}"/>
              </a:ext>
            </a:extLst>
          </p:cNvPr>
          <p:cNvCxnSpPr/>
          <p:nvPr/>
        </p:nvCxnSpPr>
        <p:spPr>
          <a:xfrm>
            <a:off x="9513650" y="5181907"/>
            <a:ext cx="0" cy="25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403C361-2C98-AFB0-F211-00085FC4D474}"/>
              </a:ext>
            </a:extLst>
          </p:cNvPr>
          <p:cNvCxnSpPr/>
          <p:nvPr/>
        </p:nvCxnSpPr>
        <p:spPr>
          <a:xfrm>
            <a:off x="10001330" y="4865674"/>
            <a:ext cx="0" cy="36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1CB780E-E9D9-6777-1BA4-813DC63C5D31}"/>
              </a:ext>
            </a:extLst>
          </p:cNvPr>
          <p:cNvCxnSpPr/>
          <p:nvPr/>
        </p:nvCxnSpPr>
        <p:spPr>
          <a:xfrm>
            <a:off x="10492278" y="4556150"/>
            <a:ext cx="0" cy="46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F371736-E5EB-ADD0-707D-DE0B8D4D54E3}"/>
              </a:ext>
            </a:extLst>
          </p:cNvPr>
          <p:cNvCxnSpPr/>
          <p:nvPr/>
        </p:nvCxnSpPr>
        <p:spPr>
          <a:xfrm>
            <a:off x="10827838" y="5357314"/>
            <a:ext cx="0" cy="144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108E38-E975-8A41-133D-E809AFEEC340}"/>
              </a:ext>
            </a:extLst>
          </p:cNvPr>
          <p:cNvCxnSpPr/>
          <p:nvPr/>
        </p:nvCxnSpPr>
        <p:spPr>
          <a:xfrm>
            <a:off x="11243227" y="5126630"/>
            <a:ext cx="0" cy="252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4BA269-80AE-055A-04AA-2FC2ADBB784D}"/>
              </a:ext>
            </a:extLst>
          </p:cNvPr>
          <p:cNvCxnSpPr/>
          <p:nvPr/>
        </p:nvCxnSpPr>
        <p:spPr>
          <a:xfrm>
            <a:off x="11685187" y="4844150"/>
            <a:ext cx="0" cy="39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F078098-27CC-6F26-9116-D7866BCF1EAC}"/>
              </a:ext>
            </a:extLst>
          </p:cNvPr>
          <p:cNvCxnSpPr/>
          <p:nvPr/>
        </p:nvCxnSpPr>
        <p:spPr>
          <a:xfrm>
            <a:off x="12099935" y="4577674"/>
            <a:ext cx="0" cy="54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4BD1EA4-0251-5A1B-7D7F-3DE0733EE0B1}"/>
              </a:ext>
            </a:extLst>
          </p:cNvPr>
          <p:cNvSpPr txBox="1"/>
          <p:nvPr/>
        </p:nvSpPr>
        <p:spPr>
          <a:xfrm>
            <a:off x="-15239" y="0"/>
            <a:ext cx="484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Interprétation graphique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576F7E-9AF8-7C0B-66B5-F7DF963CC6EC}"/>
              </a:ext>
            </a:extLst>
          </p:cNvPr>
          <p:cNvSpPr txBox="1"/>
          <p:nvPr/>
        </p:nvSpPr>
        <p:spPr>
          <a:xfrm>
            <a:off x="4347290" y="380554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Évolution de </a:t>
            </a:r>
            <a:r>
              <a:rPr lang="fr-MA" b="1" dirty="0" err="1"/>
              <a:t>mse</a:t>
            </a:r>
            <a:r>
              <a:rPr lang="fr-MA" b="1" dirty="0"/>
              <a:t> en fonction de w1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F0EA8D-751C-1882-2E21-5644E54CF18B}"/>
              </a:ext>
            </a:extLst>
          </p:cNvPr>
          <p:cNvSpPr txBox="1"/>
          <p:nvPr/>
        </p:nvSpPr>
        <p:spPr>
          <a:xfrm>
            <a:off x="-45739" y="3781741"/>
            <a:ext cx="51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Les mises à jour du modèle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9F554C-6B8F-8E59-9645-5A2145BF239D}"/>
              </a:ext>
            </a:extLst>
          </p:cNvPr>
          <p:cNvSpPr txBox="1"/>
          <p:nvPr/>
        </p:nvSpPr>
        <p:spPr>
          <a:xfrm>
            <a:off x="68129" y="857596"/>
            <a:ext cx="3954120" cy="2831544"/>
          </a:xfrm>
          <a:prstGeom prst="rect">
            <a:avLst/>
          </a:prstGeom>
          <a:solidFill>
            <a:srgbClr val="FDF3ED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 </a:t>
            </a:r>
            <a:r>
              <a:rPr lang="fr-MA" sz="1600" b="1" dirty="0">
                <a:solidFill>
                  <a:srgbClr val="0065FA"/>
                </a:solidFill>
              </a:rPr>
              <a:t>w1=0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bias</a:t>
            </a:r>
            <a:r>
              <a:rPr lang="fr-MA" sz="1600" dirty="0"/>
              <a:t>=1</a:t>
            </a:r>
          </a:p>
          <a:p>
            <a:r>
              <a:rPr lang="fr-MA" sz="1600" dirty="0"/>
              <a:t>    </a:t>
            </a:r>
            <a:r>
              <a:rPr lang="fr-MA" sz="1600" b="1" dirty="0" err="1"/>
              <a:t>epochs</a:t>
            </a:r>
            <a:r>
              <a:rPr lang="fr-MA" sz="1600" b="1" dirty="0"/>
              <a:t>=60</a:t>
            </a:r>
          </a:p>
          <a:p>
            <a:r>
              <a:rPr lang="fr-MA" sz="1600" b="1" dirty="0"/>
              <a:t>    </a:t>
            </a:r>
            <a:r>
              <a:rPr lang="fr-MA" sz="1600" b="1" dirty="0">
                <a:solidFill>
                  <a:srgbClr val="00B0F0"/>
                </a:solidFill>
              </a:rPr>
              <a:t>n=</a:t>
            </a:r>
            <a:r>
              <a:rPr lang="fr-MA" sz="1600" b="1" dirty="0" err="1">
                <a:solidFill>
                  <a:srgbClr val="00B0F0"/>
                </a:solidFill>
              </a:rPr>
              <a:t>len</a:t>
            </a:r>
            <a:r>
              <a:rPr lang="fr-MA" sz="1600" b="1" dirty="0">
                <a:solidFill>
                  <a:srgbClr val="00B0F0"/>
                </a:solidFill>
              </a:rPr>
              <a:t>(y)</a:t>
            </a:r>
            <a:endParaRPr lang="fr-MA" sz="1600" b="1" dirty="0"/>
          </a:p>
          <a:p>
            <a:r>
              <a:rPr lang="fr-MA" sz="1600" dirty="0"/>
              <a:t>    for </a:t>
            </a:r>
            <a:r>
              <a:rPr lang="fr-MA" sz="1600" b="1" dirty="0"/>
              <a:t>k</a:t>
            </a:r>
            <a:r>
              <a:rPr lang="fr-MA" sz="1600" dirty="0"/>
              <a:t>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b="1" dirty="0" err="1">
                <a:solidFill>
                  <a:srgbClr val="FF3300"/>
                </a:solidFill>
              </a:rPr>
              <a:t>yhat</a:t>
            </a:r>
            <a:r>
              <a:rPr lang="fr-MA" sz="1600" b="1" dirty="0">
                <a:solidFill>
                  <a:srgbClr val="FF3300"/>
                </a:solidFill>
              </a:rPr>
              <a:t>=bias+w1*X</a:t>
            </a:r>
          </a:p>
          <a:p>
            <a:r>
              <a:rPr lang="fr-MA" sz="1600" dirty="0"/>
              <a:t>       </a:t>
            </a:r>
            <a:endParaRPr lang="fr-MA" sz="1600" b="1" dirty="0">
              <a:solidFill>
                <a:srgbClr val="FF0000"/>
              </a:solidFill>
            </a:endParaRPr>
          </a:p>
          <a:p>
            <a:r>
              <a:rPr lang="fr-MA" sz="1600" dirty="0"/>
              <a:t>      </a:t>
            </a:r>
          </a:p>
          <a:p>
            <a:r>
              <a:rPr lang="fr-MA" sz="1600" dirty="0"/>
              <a:t>        </a:t>
            </a:r>
            <a:r>
              <a:rPr lang="fr-MA" sz="1600" b="1" dirty="0">
                <a:solidFill>
                  <a:srgbClr val="0065FA"/>
                </a:solidFill>
              </a:rPr>
              <a:t>w1=w1+0.1</a:t>
            </a:r>
          </a:p>
          <a:p>
            <a:r>
              <a:rPr lang="fr-MA" sz="1600" dirty="0"/>
              <a:t>    return w1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855BC2-BBD8-EC94-696B-9FB72EEF3859}"/>
              </a:ext>
            </a:extLst>
          </p:cNvPr>
          <p:cNvSpPr txBox="1"/>
          <p:nvPr/>
        </p:nvSpPr>
        <p:spPr>
          <a:xfrm>
            <a:off x="448023" y="2682102"/>
            <a:ext cx="3414925" cy="338554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mse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=(1/</a:t>
            </a:r>
            <a:r>
              <a:rPr lang="fr-MA" sz="1600" b="1" dirty="0">
                <a:solidFill>
                  <a:srgbClr val="00B0F0"/>
                </a:solidFill>
              </a:rPr>
              <a:t>n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)*</a:t>
            </a:r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np.sum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((y-</a:t>
            </a:r>
            <a:r>
              <a:rPr lang="fr-MA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)**2)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0E57A3-0EDF-0CB8-BD2D-8FD6CCFD8BAE}"/>
              </a:ext>
            </a:extLst>
          </p:cNvPr>
          <p:cNvSpPr txBox="1"/>
          <p:nvPr/>
        </p:nvSpPr>
        <p:spPr>
          <a:xfrm>
            <a:off x="99800" y="5349726"/>
            <a:ext cx="5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>
                <a:solidFill>
                  <a:srgbClr val="FF0000"/>
                </a:solidFill>
              </a:rPr>
              <a:t>e1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3E4641-47A7-5DBD-12A3-46769B7225FB}"/>
              </a:ext>
            </a:extLst>
          </p:cNvPr>
          <p:cNvSpPr txBox="1"/>
          <p:nvPr/>
        </p:nvSpPr>
        <p:spPr>
          <a:xfrm>
            <a:off x="536654" y="5192476"/>
            <a:ext cx="5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>
                <a:solidFill>
                  <a:srgbClr val="FF0000"/>
                </a:solidFill>
              </a:rPr>
              <a:t>e2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A3BD4B-B0F9-AD93-1122-BCC120C9C607}"/>
              </a:ext>
            </a:extLst>
          </p:cNvPr>
          <p:cNvSpPr txBox="1"/>
          <p:nvPr/>
        </p:nvSpPr>
        <p:spPr>
          <a:xfrm>
            <a:off x="1071353" y="5152092"/>
            <a:ext cx="5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>
                <a:solidFill>
                  <a:srgbClr val="FF0000"/>
                </a:solidFill>
              </a:rPr>
              <a:t>e3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374511-9024-4DA3-E9C0-070A60368455}"/>
              </a:ext>
            </a:extLst>
          </p:cNvPr>
          <p:cNvSpPr txBox="1"/>
          <p:nvPr/>
        </p:nvSpPr>
        <p:spPr>
          <a:xfrm>
            <a:off x="1359446" y="4813538"/>
            <a:ext cx="5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>
                <a:solidFill>
                  <a:srgbClr val="FF0000"/>
                </a:solidFill>
              </a:rPr>
              <a:t>e4</a:t>
            </a:r>
          </a:p>
        </p:txBody>
      </p:sp>
    </p:spTree>
    <p:extLst>
      <p:ext uri="{BB962C8B-B14F-4D97-AF65-F5344CB8AC3E}">
        <p14:creationId xmlns:p14="http://schemas.microsoft.com/office/powerpoint/2010/main" val="57808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98977-F55A-12DF-7ACB-627DFD160C52}"/>
              </a:ext>
            </a:extLst>
          </p:cNvPr>
          <p:cNvSpPr txBox="1"/>
          <p:nvPr/>
        </p:nvSpPr>
        <p:spPr>
          <a:xfrm>
            <a:off x="0" y="0"/>
            <a:ext cx="8046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Problème d’orientation de la mise à jour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7666D-6FDF-22AF-7C5C-F64622DA67AC}"/>
              </a:ext>
            </a:extLst>
          </p:cNvPr>
          <p:cNvSpPr txBox="1"/>
          <p:nvPr/>
        </p:nvSpPr>
        <p:spPr>
          <a:xfrm>
            <a:off x="0" y="685800"/>
            <a:ext cx="108813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MA" sz="2400" dirty="0"/>
              <a:t>Pour avoir le w1 optimal: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400" dirty="0"/>
              <a:t>On ne peut pas connaitre la bonne valeur de w1 initiale: Orientation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fr-MA" sz="2400" dirty="0"/>
              <a:t>W1=w1 </a:t>
            </a:r>
            <a:r>
              <a:rPr lang="fr-MA" sz="2400" dirty="0">
                <a:solidFill>
                  <a:srgbClr val="FF3300"/>
                </a:solidFill>
              </a:rPr>
              <a:t>+/-</a:t>
            </a:r>
            <a:r>
              <a:rPr lang="fr-MA" sz="2400" dirty="0"/>
              <a:t> </a:t>
            </a:r>
            <a:r>
              <a:rPr lang="fr-MA" sz="2400" dirty="0" err="1"/>
              <a:t>dw</a:t>
            </a:r>
            <a:r>
              <a:rPr lang="fr-MA" sz="2400" dirty="0"/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MA" sz="2400" dirty="0"/>
              <a:t>Problème de </a:t>
            </a:r>
            <a:r>
              <a:rPr lang="fr-MA" sz="2400" dirty="0" err="1"/>
              <a:t>step</a:t>
            </a:r>
            <a:r>
              <a:rPr lang="fr-MA" sz="2400" dirty="0"/>
              <a:t> (valeur de mise à jour)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fr-MA" sz="2400" dirty="0"/>
              <a:t>W1=w1 </a:t>
            </a:r>
            <a:r>
              <a:rPr lang="fr-MA" sz="3200" b="1" dirty="0">
                <a:solidFill>
                  <a:srgbClr val="FF3300"/>
                </a:solidFill>
              </a:rPr>
              <a:t>–</a:t>
            </a:r>
            <a:r>
              <a:rPr lang="fr-MA" sz="2400" dirty="0"/>
              <a:t> </a:t>
            </a:r>
            <a:r>
              <a:rPr lang="fr-MA" sz="2400" dirty="0" err="1"/>
              <a:t>dw</a:t>
            </a:r>
            <a:r>
              <a:rPr lang="fr-MA" sz="2400" dirty="0"/>
              <a:t> (</a:t>
            </a:r>
            <a:r>
              <a:rPr lang="fr-MA" sz="2400" dirty="0" err="1"/>
              <a:t>dw</a:t>
            </a:r>
            <a:r>
              <a:rPr lang="fr-MA" sz="2400" dirty="0"/>
              <a:t> est très petit ou grand)</a:t>
            </a:r>
          </a:p>
        </p:txBody>
      </p:sp>
    </p:spTree>
    <p:extLst>
      <p:ext uri="{BB962C8B-B14F-4D97-AF65-F5344CB8AC3E}">
        <p14:creationId xmlns:p14="http://schemas.microsoft.com/office/powerpoint/2010/main" val="1276706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226FAC5-5A05-52DD-42B1-B239ADC7CD93}"/>
              </a:ext>
            </a:extLst>
          </p:cNvPr>
          <p:cNvSpPr txBox="1"/>
          <p:nvPr/>
        </p:nvSpPr>
        <p:spPr>
          <a:xfrm>
            <a:off x="30480" y="30480"/>
            <a:ext cx="5288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Utiliser Gradient </a:t>
            </a:r>
            <a:r>
              <a:rPr lang="fr-MA" sz="2000" b="1" dirty="0" err="1">
                <a:solidFill>
                  <a:srgbClr val="0066FF"/>
                </a:solidFill>
              </a:rPr>
              <a:t>Descent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871E9-8369-00FA-EF18-CC24496FAE84}"/>
              </a:ext>
            </a:extLst>
          </p:cNvPr>
          <p:cNvSpPr txBox="1"/>
          <p:nvPr/>
        </p:nvSpPr>
        <p:spPr>
          <a:xfrm>
            <a:off x="167639" y="1171665"/>
            <a:ext cx="4937760" cy="3693319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C00000"/>
                </a:solidFill>
              </a:rPr>
              <a:t>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  </a:t>
            </a:r>
            <a:r>
              <a:rPr lang="fr-MA" b="1" dirty="0"/>
              <a:t>for k in range(</a:t>
            </a:r>
            <a:r>
              <a:rPr lang="fr-MA" b="1" dirty="0">
                <a:solidFill>
                  <a:srgbClr val="FF0000"/>
                </a:solidFill>
              </a:rPr>
              <a:t>1000</a:t>
            </a:r>
            <a:r>
              <a:rPr lang="fr-MA" b="1" dirty="0"/>
              <a:t>):</a:t>
            </a:r>
          </a:p>
          <a:p>
            <a:r>
              <a:rPr lang="fr-MA" dirty="0"/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=bias+w1*X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</a:t>
            </a:r>
            <a:r>
              <a:rPr lang="fr-MA" b="1" dirty="0">
                <a:solidFill>
                  <a:srgbClr val="FF0000"/>
                </a:solidFill>
              </a:rPr>
              <a:t>bias</a:t>
            </a:r>
            <a:r>
              <a:rPr lang="fr-MA" dirty="0"/>
              <a:t>,w1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CF30C6-7DA9-D5E8-E313-561CA63E2DE0}"/>
              </a:ext>
            </a:extLst>
          </p:cNvPr>
          <p:cNvSpPr txBox="1"/>
          <p:nvPr/>
        </p:nvSpPr>
        <p:spPr>
          <a:xfrm>
            <a:off x="2575559" y="2651760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0668E-AA41-45B3-A827-33E8A855C5D3}"/>
              </a:ext>
            </a:extLst>
          </p:cNvPr>
          <p:cNvSpPr txBox="1"/>
          <p:nvPr/>
        </p:nvSpPr>
        <p:spPr>
          <a:xfrm>
            <a:off x="2574910" y="3027887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AECE21-8607-CA95-DA5A-53C237E7EDBD}"/>
              </a:ext>
            </a:extLst>
          </p:cNvPr>
          <p:cNvSpPr txBox="1"/>
          <p:nvPr/>
        </p:nvSpPr>
        <p:spPr>
          <a:xfrm>
            <a:off x="2574911" y="1874520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</p:spTree>
    <p:extLst>
      <p:ext uri="{BB962C8B-B14F-4D97-AF65-F5344CB8AC3E}">
        <p14:creationId xmlns:p14="http://schemas.microsoft.com/office/powerpoint/2010/main" val="76543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303CF5-8456-53E3-E0E0-88BE9957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8600"/>
            <a:ext cx="3491689" cy="26459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4A2BB3-5D2C-CBC7-DFDF-08327A27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437" y="3748050"/>
            <a:ext cx="3478403" cy="263592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0B1A8E-DF3E-E1A8-0234-805D3F73A8E9}"/>
              </a:ext>
            </a:extLst>
          </p:cNvPr>
          <p:cNvCxnSpPr>
            <a:cxnSpLocks/>
          </p:cNvCxnSpPr>
          <p:nvPr/>
        </p:nvCxnSpPr>
        <p:spPr>
          <a:xfrm flipV="1">
            <a:off x="4796837" y="5334000"/>
            <a:ext cx="2575641" cy="647942"/>
          </a:xfrm>
          <a:prstGeom prst="line">
            <a:avLst/>
          </a:prstGeom>
          <a:ln w="28575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08A35BD-4043-5CC8-B2B4-5533388B75D4}"/>
              </a:ext>
            </a:extLst>
          </p:cNvPr>
          <p:cNvSpPr txBox="1"/>
          <p:nvPr/>
        </p:nvSpPr>
        <p:spPr>
          <a:xfrm>
            <a:off x="121922" y="811278"/>
            <a:ext cx="3882516" cy="2031325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>
                <a:solidFill>
                  <a:srgbClr val="00B050"/>
                </a:solidFill>
              </a:rPr>
              <a:t># 100 abscisses entre 0 et 10</a:t>
            </a:r>
            <a:endParaRPr lang="fr-MA" dirty="0"/>
          </a:p>
          <a:p>
            <a:r>
              <a:rPr lang="fr-MA" dirty="0"/>
              <a:t>X=</a:t>
            </a:r>
            <a:r>
              <a:rPr lang="fr-MA" dirty="0" err="1"/>
              <a:t>np.linspace</a:t>
            </a:r>
            <a:r>
              <a:rPr lang="fr-MA" dirty="0"/>
              <a:t>(0,10,100)</a:t>
            </a:r>
            <a:endParaRPr lang="fr-MA" dirty="0">
              <a:solidFill>
                <a:srgbClr val="00B050"/>
              </a:solidFill>
            </a:endParaRPr>
          </a:p>
          <a:p>
            <a:r>
              <a:rPr lang="fr-MA" dirty="0"/>
              <a:t>y=2+3*X     </a:t>
            </a:r>
            <a:r>
              <a:rPr lang="fr-MA" sz="1800" dirty="0">
                <a:solidFill>
                  <a:srgbClr val="00B050"/>
                </a:solidFill>
              </a:rPr>
              <a:t># y à générer sur une droite</a:t>
            </a:r>
            <a:endParaRPr lang="fr-MA" dirty="0"/>
          </a:p>
          <a:p>
            <a:r>
              <a:rPr lang="fr-MA" dirty="0"/>
              <a:t> </a:t>
            </a:r>
            <a:r>
              <a:rPr lang="fr-MA" dirty="0">
                <a:solidFill>
                  <a:srgbClr val="00B050"/>
                </a:solidFill>
              </a:rPr>
              <a:t># valeurs aléatoires à ajouter à y</a:t>
            </a:r>
            <a:endParaRPr lang="fr-MA" dirty="0"/>
          </a:p>
          <a:p>
            <a:r>
              <a:rPr lang="fr-MA" dirty="0"/>
              <a:t>r=</a:t>
            </a:r>
            <a:r>
              <a:rPr lang="fr-MA" dirty="0" err="1"/>
              <a:t>np.random.uniform</a:t>
            </a:r>
            <a:r>
              <a:rPr lang="fr-MA" dirty="0"/>
              <a:t>(-7, 7, size=</a:t>
            </a:r>
            <a:r>
              <a:rPr lang="fr-MA" dirty="0" err="1"/>
              <a:t>len</a:t>
            </a:r>
            <a:r>
              <a:rPr lang="fr-MA" dirty="0"/>
              <a:t>(y))</a:t>
            </a:r>
            <a:endParaRPr lang="fr-MA" dirty="0">
              <a:solidFill>
                <a:srgbClr val="00B050"/>
              </a:solidFill>
            </a:endParaRPr>
          </a:p>
          <a:p>
            <a:r>
              <a:rPr lang="fr-MA" dirty="0"/>
              <a:t>y=</a:t>
            </a:r>
            <a:r>
              <a:rPr lang="fr-MA" dirty="0" err="1"/>
              <a:t>y+r</a:t>
            </a:r>
            <a:r>
              <a:rPr lang="fr-MA" dirty="0"/>
              <a:t> </a:t>
            </a:r>
            <a:r>
              <a:rPr lang="fr-MA" dirty="0">
                <a:solidFill>
                  <a:srgbClr val="00B050"/>
                </a:solidFill>
              </a:rPr>
              <a:t># update de y autour de la droite</a:t>
            </a:r>
          </a:p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plt.scatter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X,y,color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="black")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3C3EE-7758-6DA4-2DF6-533BD79D9AE7}"/>
              </a:ext>
            </a:extLst>
          </p:cNvPr>
          <p:cNvSpPr txBox="1"/>
          <p:nvPr/>
        </p:nvSpPr>
        <p:spPr>
          <a:xfrm>
            <a:off x="624840" y="64160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Nuage de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3E63F-26E5-7541-C350-8F26C379EAC3}"/>
              </a:ext>
            </a:extLst>
          </p:cNvPr>
          <p:cNvSpPr txBox="1"/>
          <p:nvPr/>
        </p:nvSpPr>
        <p:spPr>
          <a:xfrm>
            <a:off x="4203534" y="6313393"/>
            <a:ext cx="347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Modèle initial: </a:t>
            </a:r>
            <a:r>
              <a:rPr lang="fr-MA" b="1" dirty="0" err="1">
                <a:solidFill>
                  <a:srgbClr val="0066FF"/>
                </a:solidFill>
              </a:rPr>
              <a:t>bias</a:t>
            </a:r>
            <a:r>
              <a:rPr lang="fr-MA" b="1" dirty="0">
                <a:solidFill>
                  <a:srgbClr val="0066FF"/>
                </a:solidFill>
              </a:rPr>
              <a:t>= , w1=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BB83D-068D-D088-04A0-47B9B5EC2FFC}"/>
              </a:ext>
            </a:extLst>
          </p:cNvPr>
          <p:cNvSpPr txBox="1"/>
          <p:nvPr/>
        </p:nvSpPr>
        <p:spPr>
          <a:xfrm>
            <a:off x="8301417" y="6195045"/>
            <a:ext cx="317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Modèle après apprentissage: </a:t>
            </a:r>
            <a:r>
              <a:rPr lang="fr-MA" b="1" dirty="0" err="1">
                <a:solidFill>
                  <a:srgbClr val="0066FF"/>
                </a:solidFill>
              </a:rPr>
              <a:t>bias</a:t>
            </a:r>
            <a:r>
              <a:rPr lang="fr-MA" b="1" dirty="0">
                <a:solidFill>
                  <a:srgbClr val="0066FF"/>
                </a:solidFill>
              </a:rPr>
              <a:t>=2.02, w1=3.00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6FAC5-5A05-52DD-42B1-B239ADC7CD93}"/>
              </a:ext>
            </a:extLst>
          </p:cNvPr>
          <p:cNvSpPr txBox="1"/>
          <p:nvPr/>
        </p:nvSpPr>
        <p:spPr>
          <a:xfrm>
            <a:off x="30480" y="30480"/>
            <a:ext cx="3973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6FF"/>
                </a:solidFill>
              </a:rPr>
              <a:t>Le même algorithme marche pour un nuage de points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871E9-8369-00FA-EF18-CC24496FAE84}"/>
              </a:ext>
            </a:extLst>
          </p:cNvPr>
          <p:cNvSpPr txBox="1"/>
          <p:nvPr/>
        </p:nvSpPr>
        <p:spPr>
          <a:xfrm>
            <a:off x="4114799" y="43905"/>
            <a:ext cx="4937760" cy="3693319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C00000"/>
                </a:solidFill>
              </a:rPr>
              <a:t>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  </a:t>
            </a:r>
            <a:r>
              <a:rPr lang="fr-MA" b="1" dirty="0"/>
              <a:t>for k in range(</a:t>
            </a:r>
            <a:r>
              <a:rPr lang="fr-MA" b="1" dirty="0">
                <a:solidFill>
                  <a:srgbClr val="FF0000"/>
                </a:solidFill>
              </a:rPr>
              <a:t>1000</a:t>
            </a:r>
            <a:r>
              <a:rPr lang="fr-MA" b="1" dirty="0"/>
              <a:t>):</a:t>
            </a:r>
          </a:p>
          <a:p>
            <a:r>
              <a:rPr lang="fr-MA" dirty="0"/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=bias+w1*X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</a:t>
            </a:r>
            <a:r>
              <a:rPr lang="fr-MA" b="1" dirty="0">
                <a:solidFill>
                  <a:srgbClr val="FF0000"/>
                </a:solidFill>
              </a:rPr>
              <a:t>bias</a:t>
            </a:r>
            <a:r>
              <a:rPr lang="fr-MA" dirty="0"/>
              <a:t>,w1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CF30C6-7DA9-D5E8-E313-561CA63E2DE0}"/>
              </a:ext>
            </a:extLst>
          </p:cNvPr>
          <p:cNvSpPr txBox="1"/>
          <p:nvPr/>
        </p:nvSpPr>
        <p:spPr>
          <a:xfrm>
            <a:off x="6522719" y="1524000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0668E-AA41-45B3-A827-33E8A855C5D3}"/>
              </a:ext>
            </a:extLst>
          </p:cNvPr>
          <p:cNvSpPr txBox="1"/>
          <p:nvPr/>
        </p:nvSpPr>
        <p:spPr>
          <a:xfrm>
            <a:off x="6522070" y="1900127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AECE21-8607-CA95-DA5A-53C237E7EDBD}"/>
              </a:ext>
            </a:extLst>
          </p:cNvPr>
          <p:cNvSpPr txBox="1"/>
          <p:nvPr/>
        </p:nvSpPr>
        <p:spPr>
          <a:xfrm>
            <a:off x="6522071" y="746760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3A3947-0BE7-4E65-E614-5E6374D924DC}"/>
              </a:ext>
            </a:extLst>
          </p:cNvPr>
          <p:cNvSpPr txBox="1"/>
          <p:nvPr/>
        </p:nvSpPr>
        <p:spPr>
          <a:xfrm>
            <a:off x="9162920" y="64503"/>
            <a:ext cx="2972450" cy="313932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l-PL" dirty="0">
                <a:solidFill>
                  <a:srgbClr val="0065FA"/>
                </a:solidFill>
              </a:rPr>
              <a:t>bias,w1=fit(X,y)</a:t>
            </a:r>
            <a:endParaRPr lang="fr-MA" dirty="0">
              <a:solidFill>
                <a:srgbClr val="0065FA"/>
              </a:solidFill>
            </a:endParaRPr>
          </a:p>
          <a:p>
            <a:r>
              <a:rPr lang="fr-MA" dirty="0">
                <a:solidFill>
                  <a:srgbClr val="00B050"/>
                </a:solidFill>
              </a:rPr>
              <a:t>#utiliser le modèle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def predict(X):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bias+w1*X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dirty="0">
                <a:solidFill>
                  <a:srgbClr val="00B050"/>
                </a:solidFill>
              </a:rPr>
              <a:t>#tracer le nuage de points</a:t>
            </a:r>
          </a:p>
          <a:p>
            <a:r>
              <a:rPr lang="fr-MA" dirty="0" err="1"/>
              <a:t>plt.plot</a:t>
            </a:r>
            <a:r>
              <a:rPr lang="fr-MA" dirty="0"/>
              <a:t>(X,y,"o",</a:t>
            </a:r>
            <a:r>
              <a:rPr lang="fr-MA" dirty="0" err="1"/>
              <a:t>color</a:t>
            </a:r>
            <a:r>
              <a:rPr lang="fr-MA" dirty="0"/>
              <a:t>="black")</a:t>
            </a:r>
          </a:p>
          <a:p>
            <a:r>
              <a:rPr lang="fr-MA" dirty="0">
                <a:solidFill>
                  <a:srgbClr val="00B050"/>
                </a:solidFill>
              </a:rPr>
              <a:t>#tracer le modèle (droite)</a:t>
            </a:r>
          </a:p>
          <a:p>
            <a:r>
              <a:rPr lang="fr-MA" dirty="0"/>
              <a:t>abscisses=</a:t>
            </a:r>
            <a:r>
              <a:rPr lang="fr-MA" dirty="0" err="1"/>
              <a:t>np.array</a:t>
            </a:r>
            <a:r>
              <a:rPr lang="fr-MA" dirty="0"/>
              <a:t>([0,10])</a:t>
            </a:r>
          </a:p>
          <a:p>
            <a:r>
              <a:rPr lang="fr-MA" dirty="0" err="1"/>
              <a:t>ordonnees</a:t>
            </a:r>
            <a:r>
              <a:rPr lang="fr-MA" dirty="0"/>
              <a:t>=model(abscisses)</a:t>
            </a:r>
          </a:p>
          <a:p>
            <a:r>
              <a:rPr lang="fr-MA" dirty="0" err="1"/>
              <a:t>plt.plot</a:t>
            </a:r>
            <a:r>
              <a:rPr lang="fr-MA" dirty="0"/>
              <a:t>(</a:t>
            </a:r>
            <a:r>
              <a:rPr lang="fr-MA" dirty="0" err="1"/>
              <a:t>abscisses,ordonnees,color</a:t>
            </a:r>
            <a:r>
              <a:rPr lang="fr-MA" dirty="0"/>
              <a:t>="</a:t>
            </a:r>
            <a:r>
              <a:rPr lang="fr-MA" dirty="0" err="1"/>
              <a:t>blue</a:t>
            </a:r>
            <a:r>
              <a:rPr lang="fr-MA" dirty="0"/>
              <a:t>")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66D7A7-2C25-DEB1-1386-6DFC0745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88" y="3578797"/>
            <a:ext cx="3516302" cy="266464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01B64A-61AD-4F8C-90FA-E22E8A5C17EF}"/>
              </a:ext>
            </a:extLst>
          </p:cNvPr>
          <p:cNvCxnSpPr>
            <a:cxnSpLocks/>
          </p:cNvCxnSpPr>
          <p:nvPr/>
        </p:nvCxnSpPr>
        <p:spPr>
          <a:xfrm flipV="1">
            <a:off x="8334024" y="3835198"/>
            <a:ext cx="2836896" cy="2136277"/>
          </a:xfrm>
          <a:prstGeom prst="line">
            <a:avLst/>
          </a:prstGeom>
          <a:ln w="28575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443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ECAB72-D615-DDF4-3697-1CF891D5E5C4}"/>
              </a:ext>
            </a:extLst>
          </p:cNvPr>
          <p:cNvSpPr/>
          <p:nvPr/>
        </p:nvSpPr>
        <p:spPr>
          <a:xfrm>
            <a:off x="5780973" y="2089989"/>
            <a:ext cx="2232000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453AE4-C70F-ED0C-DBAA-E28B44199A66}"/>
              </a:ext>
            </a:extLst>
          </p:cNvPr>
          <p:cNvSpPr/>
          <p:nvPr/>
        </p:nvSpPr>
        <p:spPr>
          <a:xfrm>
            <a:off x="6653960" y="2831745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0B6A9F-E7CC-2E29-386B-D6FEC7AFE71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11651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81CE95-65F7-F5AD-96FE-9C0C4D18C46C}"/>
              </a:ext>
            </a:extLst>
          </p:cNvPr>
          <p:cNvSpPr txBox="1"/>
          <p:nvPr/>
        </p:nvSpPr>
        <p:spPr>
          <a:xfrm>
            <a:off x="588204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855F4B-9BC8-6E91-B8DE-29D8A80D94CE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988287" y="3210959"/>
            <a:ext cx="665673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7D40C0-7418-C51F-4858-D8BAFA625C02}"/>
              </a:ext>
            </a:extLst>
          </p:cNvPr>
          <p:cNvSpPr txBox="1"/>
          <p:nvPr/>
        </p:nvSpPr>
        <p:spPr>
          <a:xfrm>
            <a:off x="575930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B61B4-8F53-0E10-8BD5-9F57A53CAB4C}"/>
              </a:ext>
            </a:extLst>
          </p:cNvPr>
          <p:cNvSpPr txBox="1"/>
          <p:nvPr/>
        </p:nvSpPr>
        <p:spPr>
          <a:xfrm>
            <a:off x="619721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01C16-BF16-FBC5-ED32-968D742790BF}"/>
              </a:ext>
            </a:extLst>
          </p:cNvPr>
          <p:cNvSpPr txBox="1"/>
          <p:nvPr/>
        </p:nvSpPr>
        <p:spPr>
          <a:xfrm>
            <a:off x="616791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1BB15D-BEFB-5459-6689-C86CC08DA279}"/>
              </a:ext>
            </a:extLst>
          </p:cNvPr>
          <p:cNvCxnSpPr>
            <a:cxnSpLocks/>
          </p:cNvCxnSpPr>
          <p:nvPr/>
        </p:nvCxnSpPr>
        <p:spPr>
          <a:xfrm>
            <a:off x="7517953" y="3247981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746DA5-2C8B-A17C-273A-E4F54488AB24}"/>
              </a:ext>
            </a:extLst>
          </p:cNvPr>
          <p:cNvSpPr txBox="1"/>
          <p:nvPr/>
        </p:nvSpPr>
        <p:spPr>
          <a:xfrm>
            <a:off x="769481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8878E-A80E-E72E-8019-51A71ED08A40}"/>
              </a:ext>
            </a:extLst>
          </p:cNvPr>
          <p:cNvSpPr txBox="1"/>
          <p:nvPr/>
        </p:nvSpPr>
        <p:spPr>
          <a:xfrm>
            <a:off x="769633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4BB0DE-B4E8-9B72-2324-974B8A4349FA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7085957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6040B7-1509-BD7E-CB7D-B16B3C64D18F}"/>
              </a:ext>
            </a:extLst>
          </p:cNvPr>
          <p:cNvSpPr txBox="1"/>
          <p:nvPr/>
        </p:nvSpPr>
        <p:spPr>
          <a:xfrm>
            <a:off x="6676393" y="3026293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8E9D2-D8E8-B89C-524B-B9698EED66E0}"/>
              </a:ext>
            </a:extLst>
          </p:cNvPr>
          <p:cNvSpPr txBox="1"/>
          <p:nvPr/>
        </p:nvSpPr>
        <p:spPr>
          <a:xfrm>
            <a:off x="7038621" y="3041310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83999-00A1-640A-0B27-616B897AA92C}"/>
              </a:ext>
            </a:extLst>
          </p:cNvPr>
          <p:cNvSpPr txBox="1"/>
          <p:nvPr/>
        </p:nvSpPr>
        <p:spPr>
          <a:xfrm>
            <a:off x="650458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AB14E7-EB6A-2A38-B20B-E7A31B5EDC52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6632445" y="2535113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/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2222" r="-3378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6DBBBD0-8C78-27A7-3B6B-05715DB98744}"/>
              </a:ext>
            </a:extLst>
          </p:cNvPr>
          <p:cNvSpPr txBox="1"/>
          <p:nvPr/>
        </p:nvSpPr>
        <p:spPr>
          <a:xfrm>
            <a:off x="5780293" y="1400963"/>
            <a:ext cx="2288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endParaRPr lang="fr-MA" sz="2000" b="1" dirty="0">
              <a:solidFill>
                <a:srgbClr val="0065FA"/>
              </a:solidFill>
            </a:endParaRPr>
          </a:p>
          <a:p>
            <a:pPr algn="ctr"/>
            <a:r>
              <a:rPr lang="fr-MA" sz="2000" b="1" dirty="0" err="1"/>
              <a:t>Linear</a:t>
            </a:r>
            <a:r>
              <a:rPr lang="fr-MA" sz="2000" b="1" dirty="0"/>
              <a:t> </a:t>
            </a:r>
            <a:r>
              <a:rPr lang="fr-MA" sz="2000" b="1" dirty="0" err="1"/>
              <a:t>Regression</a:t>
            </a:r>
            <a:endParaRPr lang="fr-MA" sz="20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13E8BA-4CCB-248A-8A0B-4E731F2031F5}"/>
              </a:ext>
            </a:extLst>
          </p:cNvPr>
          <p:cNvSpPr/>
          <p:nvPr/>
        </p:nvSpPr>
        <p:spPr>
          <a:xfrm>
            <a:off x="151572" y="2089989"/>
            <a:ext cx="4867402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AC1BF27-19E5-393F-54C7-D1CB3AA9F2A2}"/>
              </a:ext>
            </a:extLst>
          </p:cNvPr>
          <p:cNvSpPr/>
          <p:nvPr/>
        </p:nvSpPr>
        <p:spPr>
          <a:xfrm>
            <a:off x="1411399" y="2831745"/>
            <a:ext cx="3072021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AA1D84-8B11-7FE8-8FF4-99C84EDACC69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7395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522638F-1028-8052-2DE4-9B19961A2342}"/>
              </a:ext>
            </a:extLst>
          </p:cNvPr>
          <p:cNvSpPr txBox="1"/>
          <p:nvPr/>
        </p:nvSpPr>
        <p:spPr>
          <a:xfrm>
            <a:off x="63948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38B489-6FA0-A600-B25D-A6AC19DF8FD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745727" y="3210959"/>
            <a:ext cx="665672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DE05653-BB09-CB90-99A4-8203FF790094}"/>
              </a:ext>
            </a:extLst>
          </p:cNvPr>
          <p:cNvSpPr txBox="1"/>
          <p:nvPr/>
        </p:nvSpPr>
        <p:spPr>
          <a:xfrm>
            <a:off x="51674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3426E-C050-2F15-0A9D-E8150510EF5B}"/>
              </a:ext>
            </a:extLst>
          </p:cNvPr>
          <p:cNvSpPr txBox="1"/>
          <p:nvPr/>
        </p:nvSpPr>
        <p:spPr>
          <a:xfrm>
            <a:off x="95465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C93E6F-7302-E74A-9FC4-DD42DF9330FD}"/>
              </a:ext>
            </a:extLst>
          </p:cNvPr>
          <p:cNvSpPr txBox="1"/>
          <p:nvPr/>
        </p:nvSpPr>
        <p:spPr>
          <a:xfrm>
            <a:off x="92535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BB5A43-B802-7515-9564-6D861EBD8850}"/>
              </a:ext>
            </a:extLst>
          </p:cNvPr>
          <p:cNvCxnSpPr>
            <a:cxnSpLocks/>
          </p:cNvCxnSpPr>
          <p:nvPr/>
        </p:nvCxnSpPr>
        <p:spPr>
          <a:xfrm>
            <a:off x="4499150" y="3234206"/>
            <a:ext cx="495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FA8B88-2DF9-9798-FAAE-42B9DB44180A}"/>
              </a:ext>
            </a:extLst>
          </p:cNvPr>
          <p:cNvSpPr txBox="1"/>
          <p:nvPr/>
        </p:nvSpPr>
        <p:spPr>
          <a:xfrm>
            <a:off x="460109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DA058-8023-14C9-1663-3C27C8CA6098}"/>
              </a:ext>
            </a:extLst>
          </p:cNvPr>
          <p:cNvSpPr txBox="1"/>
          <p:nvPr/>
        </p:nvSpPr>
        <p:spPr>
          <a:xfrm>
            <a:off x="460261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F3E8AC-C4F1-B72F-FAA8-B3B14955084A}"/>
              </a:ext>
            </a:extLst>
          </p:cNvPr>
          <p:cNvCxnSpPr>
            <a:cxnSpLocks/>
          </p:cNvCxnSpPr>
          <p:nvPr/>
        </p:nvCxnSpPr>
        <p:spPr>
          <a:xfrm>
            <a:off x="2922541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4ED9949-DBBD-CBC6-E4B9-C3FF7864CDEB}"/>
              </a:ext>
            </a:extLst>
          </p:cNvPr>
          <p:cNvSpPr txBox="1"/>
          <p:nvPr/>
        </p:nvSpPr>
        <p:spPr>
          <a:xfrm>
            <a:off x="1496694" y="3024210"/>
            <a:ext cx="16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Weighted</a:t>
            </a:r>
            <a:r>
              <a:rPr lang="fr-MA" sz="1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endParaRPr lang="fr-MA" sz="1600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D6CD4F-1906-23FF-BEA4-EE9EF1BDB44C}"/>
              </a:ext>
            </a:extLst>
          </p:cNvPr>
          <p:cNvSpPr txBox="1"/>
          <p:nvPr/>
        </p:nvSpPr>
        <p:spPr>
          <a:xfrm>
            <a:off x="3092540" y="3041310"/>
            <a:ext cx="116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622FE9-D11D-0A5F-57C2-C704A57C1D98}"/>
              </a:ext>
            </a:extLst>
          </p:cNvPr>
          <p:cNvSpPr txBox="1"/>
          <p:nvPr/>
        </p:nvSpPr>
        <p:spPr>
          <a:xfrm>
            <a:off x="126202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591679-C057-8F1C-0062-BD3305726D8E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389885" y="2535113"/>
            <a:ext cx="21514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/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M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blipFill>
                <a:blip r:embed="rId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350A9D9E-E184-ED88-788C-3FD2AA9A2BAE}"/>
              </a:ext>
            </a:extLst>
          </p:cNvPr>
          <p:cNvSpPr txBox="1"/>
          <p:nvPr/>
        </p:nvSpPr>
        <p:spPr>
          <a:xfrm>
            <a:off x="382994" y="4821386"/>
            <a:ext cx="4448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une fonction d’activation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Sigmoid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Tanh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Relu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Leaky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ReLU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D5ED4D-0700-0869-340F-6AF60DAA5F54}"/>
              </a:ext>
            </a:extLst>
          </p:cNvPr>
          <p:cNvSpPr txBox="1"/>
          <p:nvPr/>
        </p:nvSpPr>
        <p:spPr>
          <a:xfrm>
            <a:off x="3100950" y="5440680"/>
            <a:ext cx="496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Le choix de la fonction d’activation dépend de…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33E04-57C0-33A6-0119-7A83EFC6FA64}"/>
              </a:ext>
            </a:extLst>
          </p:cNvPr>
          <p:cNvSpPr txBox="1"/>
          <p:nvPr/>
        </p:nvSpPr>
        <p:spPr>
          <a:xfrm>
            <a:off x="151572" y="167640"/>
            <a:ext cx="1085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Réutiliser le même code source pour créer un réseau de neurone (un seule neurone)</a:t>
            </a:r>
          </a:p>
        </p:txBody>
      </p:sp>
    </p:spTree>
    <p:extLst>
      <p:ext uri="{BB962C8B-B14F-4D97-AF65-F5344CB8AC3E}">
        <p14:creationId xmlns:p14="http://schemas.microsoft.com/office/powerpoint/2010/main" val="2993187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F2FC4-2F15-FE98-96F0-67B34315D99A}"/>
              </a:ext>
            </a:extLst>
          </p:cNvPr>
          <p:cNvSpPr txBox="1"/>
          <p:nvPr/>
        </p:nvSpPr>
        <p:spPr>
          <a:xfrm>
            <a:off x="106680" y="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/>
              <a:t>Code source</a:t>
            </a:r>
          </a:p>
        </p:txBody>
      </p:sp>
    </p:spTree>
    <p:extLst>
      <p:ext uri="{BB962C8B-B14F-4D97-AF65-F5344CB8AC3E}">
        <p14:creationId xmlns:p14="http://schemas.microsoft.com/office/powerpoint/2010/main" val="313016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3727094" y="893410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43802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5BEB1B5-C423-48DF-95C8-35069864C62F}"/>
              </a:ext>
            </a:extLst>
          </p:cNvPr>
          <p:cNvGraphicFramePr>
            <a:graphicFrameLocks noGrp="1"/>
          </p:cNvGraphicFramePr>
          <p:nvPr/>
        </p:nvGraphicFramePr>
        <p:xfrm>
          <a:off x="8122763" y="2333267"/>
          <a:ext cx="3378673" cy="97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851">
                  <a:extLst>
                    <a:ext uri="{9D8B030D-6E8A-4147-A177-3AD203B41FA5}">
                      <a16:colId xmlns:a16="http://schemas.microsoft.com/office/drawing/2014/main" val="1306348277"/>
                    </a:ext>
                  </a:extLst>
                </a:gridCol>
                <a:gridCol w="731066">
                  <a:extLst>
                    <a:ext uri="{9D8B030D-6E8A-4147-A177-3AD203B41FA5}">
                      <a16:colId xmlns:a16="http://schemas.microsoft.com/office/drawing/2014/main" val="2782538342"/>
                    </a:ext>
                  </a:extLst>
                </a:gridCol>
                <a:gridCol w="926017">
                  <a:extLst>
                    <a:ext uri="{9D8B030D-6E8A-4147-A177-3AD203B41FA5}">
                      <a16:colId xmlns:a16="http://schemas.microsoft.com/office/drawing/2014/main" val="3958114394"/>
                    </a:ext>
                  </a:extLst>
                </a:gridCol>
                <a:gridCol w="1039739">
                  <a:extLst>
                    <a:ext uri="{9D8B030D-6E8A-4147-A177-3AD203B41FA5}">
                      <a16:colId xmlns:a16="http://schemas.microsoft.com/office/drawing/2014/main" val="2901135065"/>
                    </a:ext>
                  </a:extLst>
                </a:gridCol>
              </a:tblGrid>
              <a:tr h="279047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effectLst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effectLst/>
                        </a:rPr>
                        <a:t>Radio</a:t>
                      </a:r>
                      <a:endParaRPr lang="fr-M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effectLst/>
                        </a:rPr>
                        <a:t>Newspaper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Sales</a:t>
                      </a:r>
                      <a:r>
                        <a:rPr lang="fr-MA" sz="1400" u="none" strike="noStrike" dirty="0">
                          <a:effectLst/>
                        </a:rPr>
                        <a:t> (</a:t>
                      </a:r>
                      <a:r>
                        <a:rPr lang="fr-MA" sz="1400" u="none" strike="noStrike" dirty="0" err="1">
                          <a:effectLst/>
                        </a:rPr>
                        <a:t>target</a:t>
                      </a:r>
                      <a:r>
                        <a:rPr lang="fr-MA" sz="1400" u="none" strike="noStrike" dirty="0">
                          <a:effectLst/>
                        </a:rPr>
                        <a:t>)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559387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66.1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24.2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54033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214.7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24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38813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65.9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61241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C2FBEC9-64A9-4B7F-B234-64C73492EA68}"/>
              </a:ext>
            </a:extLst>
          </p:cNvPr>
          <p:cNvSpPr txBox="1"/>
          <p:nvPr/>
        </p:nvSpPr>
        <p:spPr>
          <a:xfrm>
            <a:off x="186169" y="515842"/>
            <a:ext cx="1032942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Une société souhaite analyser le chiffre réalisé (</a:t>
            </a:r>
            <a:r>
              <a:rPr lang="fr-MA" sz="1600" b="1" dirty="0">
                <a:solidFill>
                  <a:srgbClr val="FF0000"/>
                </a:solidFill>
              </a:rPr>
              <a:t>Sales</a:t>
            </a:r>
            <a:r>
              <a:rPr lang="fr-MA" sz="1600" dirty="0"/>
              <a:t>) en fonction du budget alloué à la publicité (frais)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La publicité se fait en utilisant différents plateformes média (</a:t>
            </a:r>
            <a:r>
              <a:rPr lang="fr-MA" sz="1600" dirty="0">
                <a:solidFill>
                  <a:srgbClr val="0070C0"/>
                </a:solidFill>
              </a:rPr>
              <a:t>TV, Radio, </a:t>
            </a:r>
            <a:r>
              <a:rPr lang="fr-MA" sz="1600" dirty="0" err="1">
                <a:solidFill>
                  <a:srgbClr val="0070C0"/>
                </a:solidFill>
              </a:rPr>
              <a:t>newspaper</a:t>
            </a:r>
            <a:r>
              <a:rPr lang="fr-MA" sz="1600" dirty="0"/>
              <a:t>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b="1" dirty="0"/>
              <a:t>Objectif:</a:t>
            </a:r>
            <a:r>
              <a:rPr lang="fr-MA" sz="1600" dirty="0"/>
              <a:t> prédire le total des ventes (sales) selon les frais de publicité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34720-8687-45A5-B229-BB3EC18815A8}"/>
              </a:ext>
            </a:extLst>
          </p:cNvPr>
          <p:cNvSpPr txBox="1"/>
          <p:nvPr/>
        </p:nvSpPr>
        <p:spPr>
          <a:xfrm>
            <a:off x="149016" y="4584123"/>
            <a:ext cx="3765759" cy="11387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(</a:t>
            </a:r>
            <a:r>
              <a:rPr lang="fr-MA" sz="1600" b="1" dirty="0" err="1">
                <a:solidFill>
                  <a:srgbClr val="0070C0"/>
                </a:solidFill>
                <a:latin typeface="Helvetica Neue"/>
              </a:rPr>
              <a:t>X</a:t>
            </a:r>
            <a:r>
              <a:rPr lang="fr-MA" sz="1600" b="1" baseline="-25000" dirty="0" err="1">
                <a:solidFill>
                  <a:srgbClr val="0070C0"/>
                </a:solidFill>
                <a:latin typeface="Helvetica Neue"/>
              </a:rPr>
              <a:t>i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,</a:t>
            </a:r>
            <a:r>
              <a:rPr lang="fr-MA" sz="1600" b="1" dirty="0" err="1">
                <a:solidFill>
                  <a:srgbClr val="FF3300"/>
                </a:solidFill>
                <a:latin typeface="Helvetica Neue"/>
              </a:rPr>
              <a:t>y</a:t>
            </a:r>
            <a:r>
              <a:rPr lang="fr-MA" sz="1600" b="1" baseline="-25000" dirty="0" err="1">
                <a:solidFill>
                  <a:srgbClr val="FF3300"/>
                </a:solidFill>
                <a:latin typeface="Helvetica Neue"/>
              </a:rPr>
              <a:t>i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): un exemple d’apprentissage</a:t>
            </a:r>
          </a:p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features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: Tv, Radio, 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newsPaper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 (X)</a:t>
            </a:r>
          </a:p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target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: sales 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A3BF6-3DA6-4058-925A-69FF776973B7}"/>
              </a:ext>
            </a:extLst>
          </p:cNvPr>
          <p:cNvSpPr txBox="1"/>
          <p:nvPr/>
        </p:nvSpPr>
        <p:spPr>
          <a:xfrm>
            <a:off x="0" y="40856"/>
            <a:ext cx="3168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Exemple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75EF9-4086-4A15-B992-A98FBBA55278}"/>
              </a:ext>
            </a:extLst>
          </p:cNvPr>
          <p:cNvSpPr txBox="1"/>
          <p:nvPr/>
        </p:nvSpPr>
        <p:spPr>
          <a:xfrm>
            <a:off x="149016" y="1785921"/>
            <a:ext cx="282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5A8A9-D387-4AC2-9A46-AC7B578CC203}"/>
              </a:ext>
            </a:extLst>
          </p:cNvPr>
          <p:cNvSpPr txBox="1"/>
          <p:nvPr/>
        </p:nvSpPr>
        <p:spPr>
          <a:xfrm>
            <a:off x="8122763" y="1868946"/>
            <a:ext cx="337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Sales à prédire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E41EC-256A-4BD7-9024-0DA83C81F325}"/>
              </a:ext>
            </a:extLst>
          </p:cNvPr>
          <p:cNvSpPr txBox="1"/>
          <p:nvPr/>
        </p:nvSpPr>
        <p:spPr>
          <a:xfrm>
            <a:off x="4912995" y="3485981"/>
            <a:ext cx="717232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Dans le </a:t>
            </a:r>
            <a:r>
              <a:rPr lang="fr-MA" sz="1600" dirty="0" err="1"/>
              <a:t>Dataset</a:t>
            </a:r>
            <a:r>
              <a:rPr lang="fr-MA" sz="1600" dirty="0"/>
              <a:t> chaque exemple d’apprentissage est accompagné par une </a:t>
            </a:r>
            <a:r>
              <a:rPr lang="fr-MA" sz="1600" dirty="0" err="1"/>
              <a:t>target</a:t>
            </a:r>
            <a:r>
              <a:rPr lang="fr-MA" sz="1600" dirty="0"/>
              <a:t>:  </a:t>
            </a:r>
            <a:r>
              <a:rPr lang="fr-MA" sz="1600" dirty="0" err="1">
                <a:solidFill>
                  <a:srgbClr val="0070C0"/>
                </a:solidFill>
              </a:rPr>
              <a:t>Supervised</a:t>
            </a:r>
            <a:r>
              <a:rPr lang="fr-MA" sz="1600" dirty="0">
                <a:solidFill>
                  <a:srgbClr val="0070C0"/>
                </a:solidFill>
              </a:rPr>
              <a:t> Learning</a:t>
            </a:r>
            <a:r>
              <a:rPr lang="fr-MA" sz="1600" dirty="0"/>
              <a:t> (Apprentissage supervisé)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Objectif: Prédire une valeur continue</a:t>
            </a:r>
            <a:br>
              <a:rPr lang="fr-MA" sz="1600" dirty="0"/>
            </a:br>
            <a:r>
              <a:rPr lang="fr-MA" sz="1600" dirty="0">
                <a:solidFill>
                  <a:srgbClr val="0070C0"/>
                </a:solidFill>
              </a:rPr>
              <a:t>problème de régression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56CE8-4D83-4E82-B65A-0ACFEB547A31}"/>
              </a:ext>
            </a:extLst>
          </p:cNvPr>
          <p:cNvSpPr txBox="1"/>
          <p:nvPr/>
        </p:nvSpPr>
        <p:spPr>
          <a:xfrm>
            <a:off x="3914775" y="2155253"/>
            <a:ext cx="301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X1=[230.1,37.8,69.2]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4A411-CA6E-450E-A0A0-ABD4A1F82F7E}"/>
              </a:ext>
            </a:extLst>
          </p:cNvPr>
          <p:cNvSpPr txBox="1"/>
          <p:nvPr/>
        </p:nvSpPr>
        <p:spPr>
          <a:xfrm>
            <a:off x="3914774" y="2517544"/>
            <a:ext cx="301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y1=22.1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6E75E-2490-4DEC-87D5-9E3B0744B3B4}"/>
              </a:ext>
            </a:extLst>
          </p:cNvPr>
          <p:cNvSpPr txBox="1"/>
          <p:nvPr/>
        </p:nvSpPr>
        <p:spPr>
          <a:xfrm>
            <a:off x="-24062" y="6461243"/>
            <a:ext cx="61200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>
                <a:solidFill>
                  <a:srgbClr val="00B0F0"/>
                </a:solidFill>
              </a:rPr>
              <a:t>https://www.kaggle.com/ashydv/advertising-dataset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ECC03-5723-412D-8FB8-9BC0CBBC7B72}"/>
              </a:ext>
            </a:extLst>
          </p:cNvPr>
          <p:cNvSpPr txBox="1"/>
          <p:nvPr/>
        </p:nvSpPr>
        <p:spPr>
          <a:xfrm>
            <a:off x="4912994" y="5419888"/>
            <a:ext cx="63493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656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Clr>
                <a:srgbClr val="FF3300"/>
              </a:buClr>
            </a:pPr>
            <a:r>
              <a:rPr lang="fr-FR" sz="1600" b="1" dirty="0" err="1">
                <a:solidFill>
                  <a:srgbClr val="FF0000"/>
                </a:solidFill>
                <a:latin typeface="Helvetica Neue"/>
              </a:rPr>
              <a:t>Sales_predicted</a:t>
            </a:r>
            <a:r>
              <a:rPr lang="fr-FR" sz="1600" b="1" dirty="0">
                <a:solidFill>
                  <a:srgbClr val="FF0000"/>
                </a:solidFill>
                <a:latin typeface="Helvetica Neue"/>
              </a:rPr>
              <a:t> </a:t>
            </a:r>
            <a:r>
              <a:rPr lang="fr-FR" sz="1600" b="1" dirty="0">
                <a:latin typeface="Helvetica Neue"/>
              </a:rPr>
              <a:t>= 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bias+w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1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X1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+W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2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X2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+ 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3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X3</a:t>
            </a:r>
            <a:endParaRPr lang="fr-FR" sz="1600" baseline="-25000" dirty="0">
              <a:solidFill>
                <a:srgbClr val="0070C0"/>
              </a:solidFill>
              <a:latin typeface="Helvetica Neue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55F45D-8F61-747A-5817-A9D57EAD3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3412"/>
              </p:ext>
            </p:extLst>
          </p:nvPr>
        </p:nvGraphicFramePr>
        <p:xfrm>
          <a:off x="149017" y="2166446"/>
          <a:ext cx="2045544" cy="228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7931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68049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53149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496415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TV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Radio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 err="1">
                          <a:solidFill>
                            <a:srgbClr val="0070C0"/>
                          </a:solidFill>
                          <a:effectLst/>
                        </a:rPr>
                        <a:t>Np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  <a:endParaRPr lang="fr-MA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230.1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69.2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22,1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44.5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39.3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45.1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10,4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17.2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45.9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69.3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9,3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151.5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41.3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58.5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18,5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412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180.8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10.8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58.4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12,9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7785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8.7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48.9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75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7,2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11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57.5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32.8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11,8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824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120.2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19.6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13,2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721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8.6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2.1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4,8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199.8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21.2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10,6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92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67B2BE-9262-2C8B-9161-D41267B5B1D8}"/>
              </a:ext>
            </a:extLst>
          </p:cNvPr>
          <p:cNvSpPr txBox="1"/>
          <p:nvPr/>
        </p:nvSpPr>
        <p:spPr>
          <a:xfrm>
            <a:off x="152400" y="1793855"/>
            <a:ext cx="5486400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from</a:t>
            </a:r>
            <a:r>
              <a:rPr lang="fr-MA" b="1" dirty="0"/>
              <a:t> </a:t>
            </a:r>
            <a:r>
              <a:rPr lang="fr-MA" b="1" dirty="0" err="1"/>
              <a:t>sklearn.preprocessing</a:t>
            </a:r>
            <a:r>
              <a:rPr lang="fr-MA" b="1" dirty="0"/>
              <a:t> import </a:t>
            </a:r>
            <a:r>
              <a:rPr lang="fr-MA" b="1" dirty="0" err="1"/>
              <a:t>StandardScaler</a:t>
            </a:r>
            <a:endParaRPr lang="fr-MA" b="1" dirty="0"/>
          </a:p>
          <a:p>
            <a:r>
              <a:rPr lang="fr-MA" b="1" dirty="0" err="1"/>
              <a:t>scaler</a:t>
            </a:r>
            <a:r>
              <a:rPr lang="fr-MA" b="1" dirty="0"/>
              <a:t>= </a:t>
            </a:r>
            <a:r>
              <a:rPr lang="fr-MA" b="1" dirty="0" err="1"/>
              <a:t>StandardScaler</a:t>
            </a:r>
            <a:r>
              <a:rPr lang="fr-MA" b="1" dirty="0"/>
              <a:t>()</a:t>
            </a:r>
          </a:p>
          <a:p>
            <a:r>
              <a:rPr lang="fr-MA" b="1" dirty="0" err="1"/>
              <a:t>X_st</a:t>
            </a:r>
            <a:r>
              <a:rPr lang="fr-MA" b="1" dirty="0"/>
              <a:t> = </a:t>
            </a:r>
            <a:r>
              <a:rPr lang="fr-MA" b="1" dirty="0" err="1"/>
              <a:t>scaler.fit_transform</a:t>
            </a:r>
            <a:r>
              <a:rPr lang="fr-MA" b="1" dirty="0"/>
              <a:t>(X)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0107D-61FA-7674-C424-DD24E88BD0A5}"/>
              </a:ext>
            </a:extLst>
          </p:cNvPr>
          <p:cNvSpPr txBox="1"/>
          <p:nvPr/>
        </p:nvSpPr>
        <p:spPr>
          <a:xfrm>
            <a:off x="0" y="396240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/>
              <a:t>Si les valeurs de X sont grandes, afin d’éviter des mises à jours des poids très grandes, il faut standardiser les données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01CE4-B65E-7EF2-2EFD-237854694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02" y="1537335"/>
            <a:ext cx="2502661" cy="1221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189BF3-23E7-75BE-F140-516D17CC670B}"/>
              </a:ext>
            </a:extLst>
          </p:cNvPr>
          <p:cNvSpPr txBox="1"/>
          <p:nvPr/>
        </p:nvSpPr>
        <p:spPr>
          <a:xfrm>
            <a:off x="7040880" y="2717185"/>
            <a:ext cx="4008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</a:rPr>
              <a:t>z: variable standardisée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  <a:ea typeface="Cambria Math" panose="02040503050406030204" pitchFamily="18" charset="0"/>
              </a:rPr>
              <a:t>μ: Moyenne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l-GR" sz="2000" dirty="0">
                <a:latin typeface="+mj-lt"/>
                <a:ea typeface="Cambria Math" panose="02040503050406030204" pitchFamily="18" charset="0"/>
              </a:rPr>
              <a:t>σ</a:t>
            </a:r>
            <a:r>
              <a:rPr lang="fr-MA" sz="2000" dirty="0">
                <a:latin typeface="+mj-lt"/>
                <a:ea typeface="Cambria Math" panose="02040503050406030204" pitchFamily="18" charset="0"/>
              </a:rPr>
              <a:t>: Déviation standard</a:t>
            </a:r>
            <a:endParaRPr lang="fr-MA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497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5013959" y="356741"/>
            <a:ext cx="7012353" cy="6140142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fit(X1,X2,X3,y):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88107-3593-ED16-D75C-45C0AC76C7A8}"/>
              </a:ext>
            </a:extLst>
          </p:cNvPr>
          <p:cNvSpPr txBox="1"/>
          <p:nvPr/>
        </p:nvSpPr>
        <p:spPr>
          <a:xfrm>
            <a:off x="45719" y="714465"/>
            <a:ext cx="4724401" cy="3970318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C00000"/>
                </a:solidFill>
              </a:rPr>
              <a:t>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  </a:t>
            </a:r>
            <a:r>
              <a:rPr lang="fr-MA" b="1" dirty="0"/>
              <a:t>for k in range(</a:t>
            </a:r>
            <a:r>
              <a:rPr lang="fr-MA" b="1" dirty="0">
                <a:solidFill>
                  <a:srgbClr val="FF0000"/>
                </a:solidFill>
              </a:rPr>
              <a:t>1000</a:t>
            </a:r>
            <a:r>
              <a:rPr lang="fr-MA" b="1" dirty="0"/>
              <a:t>):</a:t>
            </a:r>
          </a:p>
          <a:p>
            <a:r>
              <a:rPr lang="fr-MA" dirty="0"/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=bias+w1*X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</a:t>
            </a:r>
            <a:r>
              <a:rPr lang="fr-MA" b="1" dirty="0">
                <a:solidFill>
                  <a:srgbClr val="FF0000"/>
                </a:solidFill>
              </a:rPr>
              <a:t>bias</a:t>
            </a:r>
            <a:r>
              <a:rPr lang="fr-MA" dirty="0"/>
              <a:t>,w1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5DAA8-1ABB-BAAC-5B44-CAF5145AC4F0}"/>
              </a:ext>
            </a:extLst>
          </p:cNvPr>
          <p:cNvSpPr txBox="1"/>
          <p:nvPr/>
        </p:nvSpPr>
        <p:spPr>
          <a:xfrm>
            <a:off x="2301239" y="2316480"/>
            <a:ext cx="243904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DF35F-3110-6B8C-5F28-677DD1F11CCD}"/>
              </a:ext>
            </a:extLst>
          </p:cNvPr>
          <p:cNvSpPr txBox="1"/>
          <p:nvPr/>
        </p:nvSpPr>
        <p:spPr>
          <a:xfrm>
            <a:off x="2300591" y="2873307"/>
            <a:ext cx="243904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E8D38-F31C-B730-7F17-4E8123890603}"/>
              </a:ext>
            </a:extLst>
          </p:cNvPr>
          <p:cNvSpPr txBox="1"/>
          <p:nvPr/>
        </p:nvSpPr>
        <p:spPr>
          <a:xfrm>
            <a:off x="2300591" y="1676400"/>
            <a:ext cx="243904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8747761" y="140386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8747762" y="234996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8747761" y="291986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153A-3E74-1B5F-02DE-A64FDFB4CB7D}"/>
              </a:ext>
            </a:extLst>
          </p:cNvPr>
          <p:cNvSpPr txBox="1"/>
          <p:nvPr/>
        </p:nvSpPr>
        <p:spPr>
          <a:xfrm>
            <a:off x="45719" y="198120"/>
            <a:ext cx="4937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</a:t>
            </a:r>
            <a:r>
              <a:rPr lang="fr-MA" sz="2000" b="1" dirty="0">
                <a:solidFill>
                  <a:srgbClr val="7030A0"/>
                </a:solidFill>
              </a:rPr>
              <a:t>w1</a:t>
            </a:r>
            <a:r>
              <a:rPr lang="fr-MA" sz="2000" b="1" dirty="0">
                <a:solidFill>
                  <a:srgbClr val="0066FF"/>
                </a:solidFill>
              </a:rPr>
              <a:t>*X1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A8FDA-120A-B4E3-F909-C08DC8C6E723}"/>
              </a:ext>
            </a:extLst>
          </p:cNvPr>
          <p:cNvSpPr txBox="1"/>
          <p:nvPr/>
        </p:nvSpPr>
        <p:spPr>
          <a:xfrm>
            <a:off x="5013959" y="-3900"/>
            <a:ext cx="6294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bias+w1*X1 +</a:t>
            </a:r>
            <a:r>
              <a:rPr lang="fr-MA" sz="2000" b="1" dirty="0">
                <a:solidFill>
                  <a:srgbClr val="7030A0"/>
                </a:solidFill>
              </a:rPr>
              <a:t>w2</a:t>
            </a:r>
            <a:r>
              <a:rPr lang="fr-MA" sz="2000" b="1" dirty="0">
                <a:solidFill>
                  <a:srgbClr val="0066FF"/>
                </a:solidFill>
              </a:rPr>
              <a:t>*X2 +</a:t>
            </a:r>
            <a:r>
              <a:rPr lang="fr-MA" sz="2000" b="1" dirty="0">
                <a:solidFill>
                  <a:srgbClr val="7030A0"/>
                </a:solidFill>
              </a:rPr>
              <a:t>w3</a:t>
            </a:r>
            <a:r>
              <a:rPr lang="fr-MA" sz="2000" b="1" dirty="0">
                <a:solidFill>
                  <a:srgbClr val="0066FF"/>
                </a:solidFill>
              </a:rPr>
              <a:t>*X3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8C4154-874D-E28B-36E4-02EC6710ABB7}"/>
              </a:ext>
            </a:extLst>
          </p:cNvPr>
          <p:cNvSpPr txBox="1"/>
          <p:nvPr/>
        </p:nvSpPr>
        <p:spPr>
          <a:xfrm>
            <a:off x="9037319" y="3779520"/>
            <a:ext cx="286707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X1, X2 et X3 doivent être standardisés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33768-74F7-961D-2373-4EE76318E3EA}"/>
              </a:ext>
            </a:extLst>
          </p:cNvPr>
          <p:cNvSpPr txBox="1"/>
          <p:nvPr/>
        </p:nvSpPr>
        <p:spPr>
          <a:xfrm>
            <a:off x="7374858" y="4987720"/>
            <a:ext cx="481714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(X1,X2,X3):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bias+w1*X1+w2*X2+w3*X3</a:t>
            </a:r>
          </a:p>
          <a:p>
            <a:pPr>
              <a:spcAft>
                <a:spcPts val="1200"/>
              </a:spcAft>
            </a:pPr>
            <a:r>
              <a:rPr lang="fr-MA" sz="1400" b="1" dirty="0">
                <a:solidFill>
                  <a:srgbClr val="00B050"/>
                </a:solidFill>
              </a:rPr>
              <a:t>#penser à la remise à l’échelle si X1,X2,X3 sont standardisées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73E76-035E-F64C-4C6E-8C20AC4FB9BE}"/>
              </a:ext>
            </a:extLst>
          </p:cNvPr>
          <p:cNvSpPr txBox="1"/>
          <p:nvPr/>
        </p:nvSpPr>
        <p:spPr>
          <a:xfrm>
            <a:off x="302848" y="4596824"/>
            <a:ext cx="408562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bias+w1*X1</a:t>
            </a:r>
          </a:p>
          <a:p>
            <a:pPr>
              <a:spcAft>
                <a:spcPts val="1200"/>
              </a:spcAft>
            </a:pPr>
            <a:r>
              <a:rPr lang="fr-MA" sz="1400" b="1" dirty="0">
                <a:solidFill>
                  <a:srgbClr val="00B050"/>
                </a:solidFill>
              </a:rPr>
              <a:t>#penser à la remise à l’échelle si X1 est standardisées</a:t>
            </a:r>
          </a:p>
        </p:txBody>
      </p:sp>
    </p:spTree>
    <p:extLst>
      <p:ext uri="{BB962C8B-B14F-4D97-AF65-F5344CB8AC3E}">
        <p14:creationId xmlns:p14="http://schemas.microsoft.com/office/powerpoint/2010/main" val="304619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137160" y="624810"/>
            <a:ext cx="7012353" cy="6140142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3855721" y="141910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3855722" y="257856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3855721" y="314846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A8FDA-120A-B4E3-F909-C08DC8C6E723}"/>
              </a:ext>
            </a:extLst>
          </p:cNvPr>
          <p:cNvSpPr txBox="1"/>
          <p:nvPr/>
        </p:nvSpPr>
        <p:spPr>
          <a:xfrm>
            <a:off x="121918" y="-3900"/>
            <a:ext cx="8671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bias+w1*X1 +</a:t>
            </a:r>
            <a:r>
              <a:rPr lang="fr-MA" sz="2000" b="1" dirty="0">
                <a:solidFill>
                  <a:srgbClr val="7030A0"/>
                </a:solidFill>
              </a:rPr>
              <a:t>w2</a:t>
            </a:r>
            <a:r>
              <a:rPr lang="fr-MA" sz="2000" b="1" dirty="0">
                <a:solidFill>
                  <a:srgbClr val="0066FF"/>
                </a:solidFill>
              </a:rPr>
              <a:t>*X2 +</a:t>
            </a:r>
            <a:r>
              <a:rPr lang="fr-MA" sz="2000" b="1" dirty="0">
                <a:solidFill>
                  <a:srgbClr val="7030A0"/>
                </a:solidFill>
              </a:rPr>
              <a:t>w3</a:t>
            </a:r>
            <a:r>
              <a:rPr lang="fr-MA" sz="2000" b="1" dirty="0">
                <a:solidFill>
                  <a:srgbClr val="0066FF"/>
                </a:solidFill>
              </a:rPr>
              <a:t>*X3+… +</a:t>
            </a:r>
            <a:r>
              <a:rPr lang="fr-MA" sz="2000" b="1" dirty="0" err="1">
                <a:solidFill>
                  <a:srgbClr val="7030A0"/>
                </a:solidFill>
              </a:rPr>
              <a:t>wm</a:t>
            </a:r>
            <a:r>
              <a:rPr lang="fr-MA" sz="2000" b="1" dirty="0">
                <a:solidFill>
                  <a:srgbClr val="0066FF"/>
                </a:solidFill>
              </a:rPr>
              <a:t>*</a:t>
            </a:r>
            <a:r>
              <a:rPr lang="fr-MA" sz="2000" b="1" dirty="0" err="1">
                <a:solidFill>
                  <a:srgbClr val="0066FF"/>
                </a:solidFill>
              </a:rPr>
              <a:t>Xm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3DF1DA-CCFA-0859-07F3-500E183FBBDF}"/>
              </a:ext>
            </a:extLst>
          </p:cNvPr>
          <p:cNvSpPr/>
          <p:nvPr/>
        </p:nvSpPr>
        <p:spPr>
          <a:xfrm>
            <a:off x="440983" y="3940107"/>
            <a:ext cx="3574758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5CABE3-014E-87B8-C001-4CB01E96A3F0}"/>
              </a:ext>
            </a:extLst>
          </p:cNvPr>
          <p:cNvSpPr/>
          <p:nvPr/>
        </p:nvSpPr>
        <p:spPr>
          <a:xfrm>
            <a:off x="486703" y="5464107"/>
            <a:ext cx="34560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B89CC-859B-9DDB-9AB1-B594904B0058}"/>
              </a:ext>
            </a:extLst>
          </p:cNvPr>
          <p:cNvSpPr txBox="1"/>
          <p:nvPr/>
        </p:nvSpPr>
        <p:spPr>
          <a:xfrm>
            <a:off x="3855721" y="4232924"/>
            <a:ext cx="329379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=-(2/n)*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  <a:endParaRPr lang="fr-M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B61ECE-C5C9-4E1C-575A-D9DE199C4D2C}"/>
              </a:ext>
            </a:extLst>
          </p:cNvPr>
          <p:cNvSpPr txBox="1"/>
          <p:nvPr/>
        </p:nvSpPr>
        <p:spPr>
          <a:xfrm>
            <a:off x="2948941" y="5873727"/>
            <a:ext cx="181356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7030A0"/>
                </a:solidFill>
              </a:rPr>
              <a:t>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4B8820-E94C-9BA8-A8D2-9DC3470DDCCB}"/>
              </a:ext>
            </a:extLst>
          </p:cNvPr>
          <p:cNvSpPr/>
          <p:nvPr/>
        </p:nvSpPr>
        <p:spPr>
          <a:xfrm>
            <a:off x="392101" y="1530863"/>
            <a:ext cx="1356272" cy="8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24B348-9A2E-6B95-E473-BEA2CC88990E}"/>
              </a:ext>
            </a:extLst>
          </p:cNvPr>
          <p:cNvSpPr txBox="1"/>
          <p:nvPr/>
        </p:nvSpPr>
        <p:spPr>
          <a:xfrm>
            <a:off x="1204891" y="1484755"/>
            <a:ext cx="22329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([0,0,0])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EF8757-D4DA-5EF5-FE8A-1E1AA05D2DC9}"/>
              </a:ext>
            </a:extLst>
          </p:cNvPr>
          <p:cNvSpPr/>
          <p:nvPr/>
        </p:nvSpPr>
        <p:spPr>
          <a:xfrm>
            <a:off x="559741" y="2788461"/>
            <a:ext cx="3456000" cy="36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85659B-D27D-3578-254E-AFD9944920F8}"/>
              </a:ext>
            </a:extLst>
          </p:cNvPr>
          <p:cNvSpPr txBox="1"/>
          <p:nvPr/>
        </p:nvSpPr>
        <p:spPr>
          <a:xfrm>
            <a:off x="1085849" y="3072309"/>
            <a:ext cx="241205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1132E3-2A86-61E9-93CE-65DFD8661325}"/>
              </a:ext>
            </a:extLst>
          </p:cNvPr>
          <p:cNvSpPr txBox="1"/>
          <p:nvPr/>
        </p:nvSpPr>
        <p:spPr>
          <a:xfrm>
            <a:off x="3238500" y="499884"/>
            <a:ext cx="3764280" cy="923330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bg1"/>
                </a:solidFill>
              </a:rPr>
              <a:t>X a m </a:t>
            </a:r>
            <a:r>
              <a:rPr lang="fr-MA" b="1" dirty="0" err="1">
                <a:solidFill>
                  <a:schemeClr val="bg1"/>
                </a:solidFill>
              </a:rPr>
              <a:t>features</a:t>
            </a:r>
            <a:endParaRPr lang="fr-MA" b="1" dirty="0">
              <a:solidFill>
                <a:schemeClr val="bg1"/>
              </a:solidFill>
            </a:endParaRPr>
          </a:p>
          <a:p>
            <a:r>
              <a:rPr lang="fr-MA" b="1" dirty="0">
                <a:solidFill>
                  <a:schemeClr val="bg1"/>
                </a:solidFill>
              </a:rPr>
              <a:t>Et si on veut que fit soit capable de traiter m </a:t>
            </a:r>
            <a:r>
              <a:rPr lang="fr-MA" b="1" dirty="0" err="1">
                <a:solidFill>
                  <a:schemeClr val="bg1"/>
                </a:solidFill>
              </a:rPr>
              <a:t>features</a:t>
            </a:r>
            <a:r>
              <a:rPr lang="fr-MA" b="1" dirty="0">
                <a:solidFill>
                  <a:schemeClr val="bg1"/>
                </a:solidFill>
              </a:rPr>
              <a:t>!!!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875F48-63DB-D80B-E395-DA45794BE6A4}"/>
              </a:ext>
            </a:extLst>
          </p:cNvPr>
          <p:cNvSpPr txBox="1"/>
          <p:nvPr/>
        </p:nvSpPr>
        <p:spPr>
          <a:xfrm>
            <a:off x="1204891" y="1922860"/>
            <a:ext cx="3504223" cy="369332"/>
          </a:xfrm>
          <a:prstGeom prst="rect">
            <a:avLst/>
          </a:prstGeom>
          <a:solidFill>
            <a:srgbClr val="FFEFE7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8614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7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106680" y="290125"/>
            <a:ext cx="6294120" cy="4524315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>
                <a:solidFill>
                  <a:srgbClr val="92D050"/>
                </a:solidFill>
              </a:rPr>
              <a:t>#W=np.array([0,0,0])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</a:p>
          <a:p>
            <a:r>
              <a:rPr lang="fr-MA" b="1" dirty="0">
                <a:solidFill>
                  <a:srgbClr val="C00000"/>
                </a:solidFill>
              </a:rPr>
              <a:t>     </a:t>
            </a:r>
            <a:r>
              <a:rPr lang="fr-MA" b="1" dirty="0">
                <a:solidFill>
                  <a:srgbClr val="00B050"/>
                </a:solidFill>
              </a:rPr>
              <a:t># </a:t>
            </a:r>
            <a:r>
              <a:rPr lang="fr-MA" b="1" dirty="0" err="1">
                <a:solidFill>
                  <a:srgbClr val="00B050"/>
                </a:solidFill>
              </a:rPr>
              <a:t>X.shape</a:t>
            </a:r>
            <a:r>
              <a:rPr lang="fr-MA" b="1" dirty="0">
                <a:solidFill>
                  <a:srgbClr val="00B050"/>
                </a:solidFill>
              </a:rPr>
              <a:t>[1] est le nombre d’attributs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=bias+np.dot(X,W)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FF3300"/>
                </a:solidFill>
              </a:rPr>
              <a:t>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dirty="0"/>
              <a:t>        </a:t>
            </a:r>
          </a:p>
          <a:p>
            <a:r>
              <a:rPr lang="fr-MA" dirty="0"/>
              <a:t>    return </a:t>
            </a:r>
            <a:r>
              <a:rPr lang="fr-MA" dirty="0" err="1"/>
              <a:t>bias,W</a:t>
            </a:r>
            <a:endParaRPr lang="fr-M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3977640" y="1347943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3810000" y="2441979"/>
            <a:ext cx="254507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3810000" y="3049697"/>
            <a:ext cx="256032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21CCA-D317-8564-196A-6014FF7E09D0}"/>
              </a:ext>
            </a:extLst>
          </p:cNvPr>
          <p:cNvSpPr txBox="1"/>
          <p:nvPr/>
        </p:nvSpPr>
        <p:spPr>
          <a:xfrm>
            <a:off x="7970520" y="246496"/>
            <a:ext cx="2758440" cy="800219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bias+np.dot(X,W)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B3A3C-E73A-5AB5-994D-D33C31E1CBEF}"/>
              </a:ext>
            </a:extLst>
          </p:cNvPr>
          <p:cNvSpPr txBox="1"/>
          <p:nvPr/>
        </p:nvSpPr>
        <p:spPr>
          <a:xfrm>
            <a:off x="8107679" y="1463040"/>
            <a:ext cx="384048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Si X1, X2 et X3 ont été standardisés,</a:t>
            </a:r>
            <a:br>
              <a:rPr lang="fr-MA" b="1" dirty="0"/>
            </a:br>
            <a:r>
              <a:rPr lang="fr-MA" b="1" dirty="0"/>
              <a:t> il faut les rendre à leurs échelles</a:t>
            </a:r>
          </a:p>
        </p:txBody>
      </p:sp>
    </p:spTree>
    <p:extLst>
      <p:ext uri="{BB962C8B-B14F-4D97-AF65-F5344CB8AC3E}">
        <p14:creationId xmlns:p14="http://schemas.microsoft.com/office/powerpoint/2010/main" val="7277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ECAB72-D615-DDF4-3697-1CF891D5E5C4}"/>
              </a:ext>
            </a:extLst>
          </p:cNvPr>
          <p:cNvSpPr/>
          <p:nvPr/>
        </p:nvSpPr>
        <p:spPr>
          <a:xfrm>
            <a:off x="5780973" y="2089989"/>
            <a:ext cx="2232000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453AE4-C70F-ED0C-DBAA-E28B44199A66}"/>
              </a:ext>
            </a:extLst>
          </p:cNvPr>
          <p:cNvSpPr/>
          <p:nvPr/>
        </p:nvSpPr>
        <p:spPr>
          <a:xfrm>
            <a:off x="6653960" y="2831745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0B6A9F-E7CC-2E29-386B-D6FEC7AFE71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11651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81CE95-65F7-F5AD-96FE-9C0C4D18C46C}"/>
              </a:ext>
            </a:extLst>
          </p:cNvPr>
          <p:cNvSpPr txBox="1"/>
          <p:nvPr/>
        </p:nvSpPr>
        <p:spPr>
          <a:xfrm>
            <a:off x="588204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855F4B-9BC8-6E91-B8DE-29D8A80D94CE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988287" y="3210959"/>
            <a:ext cx="665673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7D40C0-7418-C51F-4858-D8BAFA625C02}"/>
              </a:ext>
            </a:extLst>
          </p:cNvPr>
          <p:cNvSpPr txBox="1"/>
          <p:nvPr/>
        </p:nvSpPr>
        <p:spPr>
          <a:xfrm>
            <a:off x="575930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B61B4-8F53-0E10-8BD5-9F57A53CAB4C}"/>
              </a:ext>
            </a:extLst>
          </p:cNvPr>
          <p:cNvSpPr txBox="1"/>
          <p:nvPr/>
        </p:nvSpPr>
        <p:spPr>
          <a:xfrm>
            <a:off x="619721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01C16-BF16-FBC5-ED32-968D742790BF}"/>
              </a:ext>
            </a:extLst>
          </p:cNvPr>
          <p:cNvSpPr txBox="1"/>
          <p:nvPr/>
        </p:nvSpPr>
        <p:spPr>
          <a:xfrm>
            <a:off x="616791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1BB15D-BEFB-5459-6689-C86CC08DA279}"/>
              </a:ext>
            </a:extLst>
          </p:cNvPr>
          <p:cNvCxnSpPr>
            <a:cxnSpLocks/>
          </p:cNvCxnSpPr>
          <p:nvPr/>
        </p:nvCxnSpPr>
        <p:spPr>
          <a:xfrm>
            <a:off x="7517953" y="3247981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746DA5-2C8B-A17C-273A-E4F54488AB24}"/>
              </a:ext>
            </a:extLst>
          </p:cNvPr>
          <p:cNvSpPr txBox="1"/>
          <p:nvPr/>
        </p:nvSpPr>
        <p:spPr>
          <a:xfrm>
            <a:off x="769481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8878E-A80E-E72E-8019-51A71ED08A40}"/>
              </a:ext>
            </a:extLst>
          </p:cNvPr>
          <p:cNvSpPr txBox="1"/>
          <p:nvPr/>
        </p:nvSpPr>
        <p:spPr>
          <a:xfrm>
            <a:off x="769633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4BB0DE-B4E8-9B72-2324-974B8A4349FA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7085957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6040B7-1509-BD7E-CB7D-B16B3C64D18F}"/>
              </a:ext>
            </a:extLst>
          </p:cNvPr>
          <p:cNvSpPr txBox="1"/>
          <p:nvPr/>
        </p:nvSpPr>
        <p:spPr>
          <a:xfrm>
            <a:off x="6676393" y="3026293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8E9D2-D8E8-B89C-524B-B9698EED66E0}"/>
              </a:ext>
            </a:extLst>
          </p:cNvPr>
          <p:cNvSpPr txBox="1"/>
          <p:nvPr/>
        </p:nvSpPr>
        <p:spPr>
          <a:xfrm>
            <a:off x="7038621" y="3041310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83999-00A1-640A-0B27-616B897AA92C}"/>
              </a:ext>
            </a:extLst>
          </p:cNvPr>
          <p:cNvSpPr txBox="1"/>
          <p:nvPr/>
        </p:nvSpPr>
        <p:spPr>
          <a:xfrm>
            <a:off x="650458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AB14E7-EB6A-2A38-B20B-E7A31B5EDC52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6632445" y="2535113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/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2222" r="-3378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6DBBBD0-8C78-27A7-3B6B-05715DB98744}"/>
              </a:ext>
            </a:extLst>
          </p:cNvPr>
          <p:cNvSpPr txBox="1"/>
          <p:nvPr/>
        </p:nvSpPr>
        <p:spPr>
          <a:xfrm>
            <a:off x="5780293" y="1400963"/>
            <a:ext cx="2288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endParaRPr lang="fr-MA" sz="2000" b="1" dirty="0">
              <a:solidFill>
                <a:srgbClr val="0065FA"/>
              </a:solidFill>
            </a:endParaRPr>
          </a:p>
          <a:p>
            <a:pPr algn="ctr"/>
            <a:r>
              <a:rPr lang="fr-MA" sz="2000" b="1" dirty="0" err="1"/>
              <a:t>Linear</a:t>
            </a:r>
            <a:r>
              <a:rPr lang="fr-MA" sz="2000" b="1" dirty="0"/>
              <a:t> </a:t>
            </a:r>
            <a:r>
              <a:rPr lang="fr-MA" sz="2000" b="1" dirty="0" err="1"/>
              <a:t>Regression</a:t>
            </a:r>
            <a:endParaRPr lang="fr-MA" sz="20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13E8BA-4CCB-248A-8A0B-4E731F2031F5}"/>
              </a:ext>
            </a:extLst>
          </p:cNvPr>
          <p:cNvSpPr/>
          <p:nvPr/>
        </p:nvSpPr>
        <p:spPr>
          <a:xfrm>
            <a:off x="151572" y="2089989"/>
            <a:ext cx="4867402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AC1BF27-19E5-393F-54C7-D1CB3AA9F2A2}"/>
              </a:ext>
            </a:extLst>
          </p:cNvPr>
          <p:cNvSpPr/>
          <p:nvPr/>
        </p:nvSpPr>
        <p:spPr>
          <a:xfrm>
            <a:off x="1411399" y="2831745"/>
            <a:ext cx="3072021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AA1D84-8B11-7FE8-8FF4-99C84EDACC69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7395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522638F-1028-8052-2DE4-9B19961A2342}"/>
              </a:ext>
            </a:extLst>
          </p:cNvPr>
          <p:cNvSpPr txBox="1"/>
          <p:nvPr/>
        </p:nvSpPr>
        <p:spPr>
          <a:xfrm>
            <a:off x="63948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38B489-6FA0-A600-B25D-A6AC19DF8FD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745727" y="3210959"/>
            <a:ext cx="665672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DE05653-BB09-CB90-99A4-8203FF790094}"/>
              </a:ext>
            </a:extLst>
          </p:cNvPr>
          <p:cNvSpPr txBox="1"/>
          <p:nvPr/>
        </p:nvSpPr>
        <p:spPr>
          <a:xfrm>
            <a:off x="51674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3426E-C050-2F15-0A9D-E8150510EF5B}"/>
              </a:ext>
            </a:extLst>
          </p:cNvPr>
          <p:cNvSpPr txBox="1"/>
          <p:nvPr/>
        </p:nvSpPr>
        <p:spPr>
          <a:xfrm>
            <a:off x="95465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C93E6F-7302-E74A-9FC4-DD42DF9330FD}"/>
              </a:ext>
            </a:extLst>
          </p:cNvPr>
          <p:cNvSpPr txBox="1"/>
          <p:nvPr/>
        </p:nvSpPr>
        <p:spPr>
          <a:xfrm>
            <a:off x="92535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BB5A43-B802-7515-9564-6D861EBD8850}"/>
              </a:ext>
            </a:extLst>
          </p:cNvPr>
          <p:cNvCxnSpPr>
            <a:cxnSpLocks/>
          </p:cNvCxnSpPr>
          <p:nvPr/>
        </p:nvCxnSpPr>
        <p:spPr>
          <a:xfrm>
            <a:off x="4499150" y="3234206"/>
            <a:ext cx="495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FA8B88-2DF9-9798-FAAE-42B9DB44180A}"/>
              </a:ext>
            </a:extLst>
          </p:cNvPr>
          <p:cNvSpPr txBox="1"/>
          <p:nvPr/>
        </p:nvSpPr>
        <p:spPr>
          <a:xfrm>
            <a:off x="460109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DA058-8023-14C9-1663-3C27C8CA6098}"/>
              </a:ext>
            </a:extLst>
          </p:cNvPr>
          <p:cNvSpPr txBox="1"/>
          <p:nvPr/>
        </p:nvSpPr>
        <p:spPr>
          <a:xfrm>
            <a:off x="460261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F3E8AC-C4F1-B72F-FAA8-B3B14955084A}"/>
              </a:ext>
            </a:extLst>
          </p:cNvPr>
          <p:cNvCxnSpPr>
            <a:cxnSpLocks/>
          </p:cNvCxnSpPr>
          <p:nvPr/>
        </p:nvCxnSpPr>
        <p:spPr>
          <a:xfrm>
            <a:off x="2922541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4ED9949-DBBD-CBC6-E4B9-C3FF7864CDEB}"/>
              </a:ext>
            </a:extLst>
          </p:cNvPr>
          <p:cNvSpPr txBox="1"/>
          <p:nvPr/>
        </p:nvSpPr>
        <p:spPr>
          <a:xfrm>
            <a:off x="1496694" y="3024210"/>
            <a:ext cx="16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Weighted</a:t>
            </a:r>
            <a:r>
              <a:rPr lang="fr-MA" sz="1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endParaRPr lang="fr-MA" sz="1600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D6CD4F-1906-23FF-BEA4-EE9EF1BDB44C}"/>
              </a:ext>
            </a:extLst>
          </p:cNvPr>
          <p:cNvSpPr txBox="1"/>
          <p:nvPr/>
        </p:nvSpPr>
        <p:spPr>
          <a:xfrm>
            <a:off x="3092540" y="3041310"/>
            <a:ext cx="116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622FE9-D11D-0A5F-57C2-C704A57C1D98}"/>
              </a:ext>
            </a:extLst>
          </p:cNvPr>
          <p:cNvSpPr txBox="1"/>
          <p:nvPr/>
        </p:nvSpPr>
        <p:spPr>
          <a:xfrm>
            <a:off x="126202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591679-C057-8F1C-0062-BD3305726D8E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389885" y="2535113"/>
            <a:ext cx="21514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/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M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blipFill>
                <a:blip r:embed="rId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350A9D9E-E184-ED88-788C-3FD2AA9A2BAE}"/>
              </a:ext>
            </a:extLst>
          </p:cNvPr>
          <p:cNvSpPr txBox="1"/>
          <p:nvPr/>
        </p:nvSpPr>
        <p:spPr>
          <a:xfrm>
            <a:off x="382994" y="4821386"/>
            <a:ext cx="4448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une fonction d’activation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Sigmoid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Tanh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Relu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Leaky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ReLU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D5ED4D-0700-0869-340F-6AF60DAA5F54}"/>
              </a:ext>
            </a:extLst>
          </p:cNvPr>
          <p:cNvSpPr txBox="1"/>
          <p:nvPr/>
        </p:nvSpPr>
        <p:spPr>
          <a:xfrm>
            <a:off x="3100950" y="5440680"/>
            <a:ext cx="496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Le choix de la fonction d’activation dépend de…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33E04-57C0-33A6-0119-7A83EFC6FA64}"/>
              </a:ext>
            </a:extLst>
          </p:cNvPr>
          <p:cNvSpPr txBox="1"/>
          <p:nvPr/>
        </p:nvSpPr>
        <p:spPr>
          <a:xfrm>
            <a:off x="151572" y="167640"/>
            <a:ext cx="1085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Réutiliser le même code source pour créer un réseau de neurone (un seule neurone)</a:t>
            </a:r>
          </a:p>
        </p:txBody>
      </p:sp>
    </p:spTree>
    <p:extLst>
      <p:ext uri="{BB962C8B-B14F-4D97-AF65-F5344CB8AC3E}">
        <p14:creationId xmlns:p14="http://schemas.microsoft.com/office/powerpoint/2010/main" val="3568068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F2FC4-2F15-FE98-96F0-67B34315D99A}"/>
              </a:ext>
            </a:extLst>
          </p:cNvPr>
          <p:cNvSpPr txBox="1"/>
          <p:nvPr/>
        </p:nvSpPr>
        <p:spPr>
          <a:xfrm>
            <a:off x="106680" y="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/>
              <a:t>Code source</a:t>
            </a:r>
          </a:p>
        </p:txBody>
      </p:sp>
    </p:spTree>
    <p:extLst>
      <p:ext uri="{BB962C8B-B14F-4D97-AF65-F5344CB8AC3E}">
        <p14:creationId xmlns:p14="http://schemas.microsoft.com/office/powerpoint/2010/main" val="295077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19432-6D7A-6458-0F56-54932674670C}"/>
              </a:ext>
            </a:extLst>
          </p:cNvPr>
          <p:cNvSpPr/>
          <p:nvPr/>
        </p:nvSpPr>
        <p:spPr>
          <a:xfrm>
            <a:off x="76966" y="776764"/>
            <a:ext cx="2632488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6F7389-91A6-1F63-649A-244DE620FA4F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14A84F-8A9C-3D52-E24A-D44D0891D10C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44CC9E-23FE-9C35-BBBC-71454E4358CB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F2ABA-6541-0411-2474-839A94C0FF44}"/>
              </a:ext>
            </a:extLst>
          </p:cNvPr>
          <p:cNvCxnSpPr>
            <a:cxnSpLocks/>
          </p:cNvCxnSpPr>
          <p:nvPr/>
        </p:nvCxnSpPr>
        <p:spPr>
          <a:xfrm flipV="1">
            <a:off x="447584" y="1892121"/>
            <a:ext cx="902856" cy="48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797327-0BDE-3D31-8E67-51A01E3E050F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ACBB5-3318-6BDB-69E7-500DBDC89E19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7D4F-11FF-B4AE-0C25-21FC86A583B5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A576F-5E23-4870-4A43-B122B2A4E633}"/>
              </a:ext>
            </a:extLst>
          </p:cNvPr>
          <p:cNvCxnSpPr>
            <a:cxnSpLocks/>
          </p:cNvCxnSpPr>
          <p:nvPr/>
        </p:nvCxnSpPr>
        <p:spPr>
          <a:xfrm>
            <a:off x="2214433" y="1929559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234FF9-B0FF-5943-3723-91D75F3E60DE}"/>
              </a:ext>
            </a:extLst>
          </p:cNvPr>
          <p:cNvSpPr txBox="1"/>
          <p:nvPr/>
        </p:nvSpPr>
        <p:spPr>
          <a:xfrm>
            <a:off x="2391299" y="1427446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82812-00C5-B5A7-3651-D35D2294BC01}"/>
              </a:ext>
            </a:extLst>
          </p:cNvPr>
          <p:cNvSpPr txBox="1"/>
          <p:nvPr/>
        </p:nvSpPr>
        <p:spPr>
          <a:xfrm>
            <a:off x="2392819" y="1532011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D34A9D-AEB1-6D02-C695-CD649EB2FAE5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614B48-718C-C7DD-1F1B-82C236AC9335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1E2BC-9B67-A357-EC98-A5978789DD99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5604C-8D8A-57B2-C3BC-BB85BDBD0CAF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AA3B6F-46F9-4DE7-4CFB-99D45511A57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/>
              <p:nvPr/>
            </p:nvSpPr>
            <p:spPr>
              <a:xfrm>
                <a:off x="893692" y="2625803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2" y="2625803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4444" r="-3378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4440CF1-DF12-5091-4D40-BB4AE0D84441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8538F2-A329-9141-F107-CAE146DF75FB}"/>
              </a:ext>
            </a:extLst>
          </p:cNvPr>
          <p:cNvCxnSpPr>
            <a:cxnSpLocks/>
          </p:cNvCxnSpPr>
          <p:nvPr/>
        </p:nvCxnSpPr>
        <p:spPr>
          <a:xfrm>
            <a:off x="386405" y="1880003"/>
            <a:ext cx="942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FA81D1-1726-8EB7-A2C6-727A14488B99}"/>
              </a:ext>
            </a:extLst>
          </p:cNvPr>
          <p:cNvSpPr txBox="1"/>
          <p:nvPr/>
        </p:nvSpPr>
        <p:spPr>
          <a:xfrm>
            <a:off x="388904" y="2020580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D11BA9-4479-FE25-0BDD-F288E764FA90}"/>
              </a:ext>
            </a:extLst>
          </p:cNvPr>
          <p:cNvSpPr txBox="1"/>
          <p:nvPr/>
        </p:nvSpPr>
        <p:spPr>
          <a:xfrm>
            <a:off x="133423" y="5131485"/>
            <a:ext cx="3554657" cy="16619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(X1,X2,X3):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=bias+w1*X1+w2*X2+w3*X3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73E0F6-23A1-FD57-FBF5-B164317044E2}"/>
              </a:ext>
            </a:extLst>
          </p:cNvPr>
          <p:cNvSpPr txBox="1"/>
          <p:nvPr/>
        </p:nvSpPr>
        <p:spPr>
          <a:xfrm>
            <a:off x="104728" y="4152903"/>
            <a:ext cx="3606662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FF3300"/>
                </a:solidFill>
              </a:rPr>
              <a:t>     return 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B7995-F9FC-7793-9751-7876C0A1F792}"/>
              </a:ext>
            </a:extLst>
          </p:cNvPr>
          <p:cNvSpPr txBox="1"/>
          <p:nvPr/>
        </p:nvSpPr>
        <p:spPr>
          <a:xfrm>
            <a:off x="5074919" y="432941"/>
            <a:ext cx="7012353" cy="641714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fit(X1,X2,X3,y):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b="1" dirty="0"/>
              <a:t>        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  <a:endParaRPr lang="fr-MA" b="1" dirty="0"/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</a:t>
            </a:r>
            <a:r>
              <a:rPr lang="fr-MA" b="1" dirty="0" err="1">
                <a:solidFill>
                  <a:srgbClr val="0065FA"/>
                </a:solidFill>
              </a:rPr>
              <a:t>identity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55E564-2545-C049-34FA-EF66A22EC95D}"/>
              </a:ext>
            </a:extLst>
          </p:cNvPr>
          <p:cNvSpPr txBox="1"/>
          <p:nvPr/>
        </p:nvSpPr>
        <p:spPr>
          <a:xfrm>
            <a:off x="8808721" y="154102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FF14D9-9647-8EED-A0F3-CB8D97B270E8}"/>
              </a:ext>
            </a:extLst>
          </p:cNvPr>
          <p:cNvSpPr txBox="1"/>
          <p:nvPr/>
        </p:nvSpPr>
        <p:spPr>
          <a:xfrm>
            <a:off x="8808722" y="271572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130A12-18F1-8853-5B83-BC5E84134960}"/>
              </a:ext>
            </a:extLst>
          </p:cNvPr>
          <p:cNvSpPr txBox="1"/>
          <p:nvPr/>
        </p:nvSpPr>
        <p:spPr>
          <a:xfrm>
            <a:off x="8808721" y="362090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64516-DE4F-04AE-F901-B928D55340C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/>
              <p:nvPr/>
            </p:nvSpPr>
            <p:spPr>
              <a:xfrm>
                <a:off x="62032" y="3016344"/>
                <a:ext cx="513480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2" y="3016344"/>
                <a:ext cx="5134808" cy="246221"/>
              </a:xfrm>
              <a:prstGeom prst="rect">
                <a:avLst/>
              </a:prstGeom>
              <a:blipFill>
                <a:blip r:embed="rId3"/>
                <a:stretch>
                  <a:fillRect l="-1779" b="-3250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EB2FE42-A893-CBFE-D2D9-C6FAB2FFE041}"/>
              </a:ext>
            </a:extLst>
          </p:cNvPr>
          <p:cNvSpPr txBox="1"/>
          <p:nvPr/>
        </p:nvSpPr>
        <p:spPr>
          <a:xfrm>
            <a:off x="28528" y="333756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4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19432-6D7A-6458-0F56-54932674670C}"/>
              </a:ext>
            </a:extLst>
          </p:cNvPr>
          <p:cNvSpPr/>
          <p:nvPr/>
        </p:nvSpPr>
        <p:spPr>
          <a:xfrm>
            <a:off x="76966" y="776764"/>
            <a:ext cx="2632488" cy="283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6F7389-91A6-1F63-649A-244DE620FA4F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14A84F-8A9C-3D52-E24A-D44D0891D10C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44CC9E-23FE-9C35-BBBC-71454E4358CB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F2ABA-6541-0411-2474-839A94C0FF44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797327-0BDE-3D31-8E67-51A01E3E050F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ACBB5-3318-6BDB-69E7-500DBDC89E19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7D4F-11FF-B4AE-0C25-21FC86A583B5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A576F-5E23-4870-4A43-B122B2A4E633}"/>
              </a:ext>
            </a:extLst>
          </p:cNvPr>
          <p:cNvCxnSpPr>
            <a:cxnSpLocks/>
          </p:cNvCxnSpPr>
          <p:nvPr/>
        </p:nvCxnSpPr>
        <p:spPr>
          <a:xfrm>
            <a:off x="5689153" y="1929559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234FF9-B0FF-5943-3723-91D75F3E60DE}"/>
              </a:ext>
            </a:extLst>
          </p:cNvPr>
          <p:cNvSpPr txBox="1"/>
          <p:nvPr/>
        </p:nvSpPr>
        <p:spPr>
          <a:xfrm>
            <a:off x="5866019" y="1427446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82812-00C5-B5A7-3651-D35D2294BC01}"/>
              </a:ext>
            </a:extLst>
          </p:cNvPr>
          <p:cNvSpPr txBox="1"/>
          <p:nvPr/>
        </p:nvSpPr>
        <p:spPr>
          <a:xfrm>
            <a:off x="5867539" y="1532011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D34A9D-AEB1-6D02-C695-CD649EB2FAE5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614B48-718C-C7DD-1F1B-82C236AC9335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1E2BC-9B67-A357-EC98-A5978789DD99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5604C-8D8A-57B2-C3BC-BB85BDBD0CAF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AA3B6F-46F9-4DE7-4CFB-99D45511A57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/>
              <p:nvPr/>
            </p:nvSpPr>
            <p:spPr>
              <a:xfrm>
                <a:off x="893692" y="3311603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2" y="3311603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2174" r="-3378" b="-3260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4440CF1-DF12-5091-4D40-BB4AE0D84441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8538F2-A329-9141-F107-CAE146DF75FB}"/>
              </a:ext>
            </a:extLst>
          </p:cNvPr>
          <p:cNvCxnSpPr>
            <a:cxnSpLocks/>
          </p:cNvCxnSpPr>
          <p:nvPr/>
        </p:nvCxnSpPr>
        <p:spPr>
          <a:xfrm>
            <a:off x="386405" y="1849523"/>
            <a:ext cx="942520" cy="3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FA81D1-1726-8EB7-A2C6-727A14488B99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73E0F6-23A1-FD57-FBF5-B164317044E2}"/>
              </a:ext>
            </a:extLst>
          </p:cNvPr>
          <p:cNvSpPr txBox="1"/>
          <p:nvPr/>
        </p:nvSpPr>
        <p:spPr>
          <a:xfrm>
            <a:off x="104728" y="4564383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 return z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64516-DE4F-04AE-F901-B928D55340C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/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blipFill>
                <a:blip r:embed="rId3"/>
                <a:stretch>
                  <a:fillRect l="-1632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EB2FE42-A893-CBFE-D2D9-C6FAB2FFE041}"/>
              </a:ext>
            </a:extLst>
          </p:cNvPr>
          <p:cNvSpPr txBox="1"/>
          <p:nvPr/>
        </p:nvSpPr>
        <p:spPr>
          <a:xfrm>
            <a:off x="28528" y="403860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4655-467B-BD1A-7B87-A475417B44DA}"/>
              </a:ext>
            </a:extLst>
          </p:cNvPr>
          <p:cNvSpPr txBox="1"/>
          <p:nvPr/>
        </p:nvSpPr>
        <p:spPr>
          <a:xfrm>
            <a:off x="5710668" y="594876"/>
            <a:ext cx="6294120" cy="4955203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>
                <a:solidFill>
                  <a:srgbClr val="92D050"/>
                </a:solidFill>
              </a:rPr>
              <a:t>#W=np.array([0,0,0])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</a:p>
          <a:p>
            <a:r>
              <a:rPr lang="fr-MA" b="1" dirty="0">
                <a:solidFill>
                  <a:srgbClr val="C00000"/>
                </a:solidFill>
              </a:rPr>
              <a:t>     </a:t>
            </a:r>
            <a:r>
              <a:rPr lang="fr-MA" b="1" dirty="0">
                <a:solidFill>
                  <a:srgbClr val="00B050"/>
                </a:solidFill>
              </a:rPr>
              <a:t># </a:t>
            </a:r>
            <a:r>
              <a:rPr lang="fr-MA" b="1" dirty="0" err="1">
                <a:solidFill>
                  <a:srgbClr val="00B050"/>
                </a:solidFill>
              </a:rPr>
              <a:t>X.shape</a:t>
            </a:r>
            <a:r>
              <a:rPr lang="fr-MA" b="1" dirty="0">
                <a:solidFill>
                  <a:srgbClr val="00B050"/>
                </a:solidFill>
              </a:rPr>
              <a:t>[1] est le nombre d’attributs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pPr>
              <a:spcAft>
                <a:spcPts val="600"/>
              </a:spcAft>
            </a:pPr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r>
              <a:rPr lang="fr-MA" b="1" dirty="0">
                <a:solidFill>
                  <a:srgbClr val="FF3300"/>
                </a:solidFill>
              </a:rPr>
              <a:t>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dirty="0"/>
              <a:t>        </a:t>
            </a:r>
          </a:p>
          <a:p>
            <a:r>
              <a:rPr lang="fr-MA" dirty="0"/>
              <a:t>    return </a:t>
            </a:r>
            <a:r>
              <a:rPr lang="fr-MA" dirty="0" err="1"/>
              <a:t>bias,W</a:t>
            </a:r>
            <a:endParaRPr lang="fr-M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3A0E9-8AC6-162C-D087-AE7EF7DAB735}"/>
              </a:ext>
            </a:extLst>
          </p:cNvPr>
          <p:cNvSpPr txBox="1"/>
          <p:nvPr/>
        </p:nvSpPr>
        <p:spPr>
          <a:xfrm>
            <a:off x="9581628" y="1652694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5D61C-1AFA-456F-E20A-E0BF8B2A6A96}"/>
              </a:ext>
            </a:extLst>
          </p:cNvPr>
          <p:cNvSpPr txBox="1"/>
          <p:nvPr/>
        </p:nvSpPr>
        <p:spPr>
          <a:xfrm>
            <a:off x="9413988" y="3051530"/>
            <a:ext cx="254507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60F2D-0DF8-78C6-0CFF-7343C9025F13}"/>
              </a:ext>
            </a:extLst>
          </p:cNvPr>
          <p:cNvSpPr txBox="1"/>
          <p:nvPr/>
        </p:nvSpPr>
        <p:spPr>
          <a:xfrm>
            <a:off x="9413988" y="3948808"/>
            <a:ext cx="256032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B5D82-E8DD-4FA7-5A4B-5B51506DC17F}"/>
              </a:ext>
            </a:extLst>
          </p:cNvPr>
          <p:cNvSpPr txBox="1"/>
          <p:nvPr/>
        </p:nvSpPr>
        <p:spPr>
          <a:xfrm>
            <a:off x="112132" y="5339462"/>
            <a:ext cx="3606661" cy="143116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EAA68A-2B9F-C258-48B1-2521B8039E02}"/>
              </a:ext>
            </a:extLst>
          </p:cNvPr>
          <p:cNvSpPr txBox="1"/>
          <p:nvPr/>
        </p:nvSpPr>
        <p:spPr>
          <a:xfrm>
            <a:off x="72532" y="3054492"/>
            <a:ext cx="61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Xm</a:t>
            </a:r>
            <a:endParaRPr lang="fr-M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444E22-BB18-C4BE-6BEF-6134596B8DB5}"/>
              </a:ext>
            </a:extLst>
          </p:cNvPr>
          <p:cNvSpPr txBox="1"/>
          <p:nvPr/>
        </p:nvSpPr>
        <p:spPr>
          <a:xfrm>
            <a:off x="768970" y="269093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wm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E7E252-5695-2097-1453-16B6CD03CC4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511895" y="1892537"/>
            <a:ext cx="860978" cy="132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B28B3B-B254-1534-72EB-9FC79A249529}"/>
              </a:ext>
            </a:extLst>
          </p:cNvPr>
          <p:cNvSpPr txBox="1"/>
          <p:nvPr/>
        </p:nvSpPr>
        <p:spPr>
          <a:xfrm>
            <a:off x="84595" y="2627792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9797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1259844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5403494" y="893410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35764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504753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>
                <a:solidFill>
                  <a:srgbClr val="0066FF"/>
                </a:solidFill>
              </a:rPr>
              <a:t># </a:t>
            </a:r>
            <a:r>
              <a:rPr lang="fr-MA" sz="1400" dirty="0" err="1">
                <a:solidFill>
                  <a:srgbClr val="0066FF"/>
                </a:solidFill>
              </a:rPr>
              <a:t>generate</a:t>
            </a:r>
            <a:r>
              <a:rPr lang="fr-MA" sz="1400" dirty="0">
                <a:solidFill>
                  <a:srgbClr val="0066FF"/>
                </a:solidFill>
              </a:rPr>
              <a:t> </a:t>
            </a:r>
            <a:r>
              <a:rPr lang="fr-MA" sz="1400" dirty="0" err="1">
                <a:solidFill>
                  <a:srgbClr val="0066FF"/>
                </a:solidFill>
              </a:rPr>
              <a:t>random</a:t>
            </a:r>
            <a:r>
              <a:rPr lang="fr-MA" sz="1400" dirty="0">
                <a:solidFill>
                  <a:srgbClr val="0066FF"/>
                </a:solidFill>
              </a:rPr>
              <a:t> </a:t>
            </a:r>
            <a:r>
              <a:rPr lang="fr-MA" sz="1400" dirty="0" err="1">
                <a:solidFill>
                  <a:srgbClr val="0066FF"/>
                </a:solidFill>
              </a:rPr>
              <a:t>floating</a:t>
            </a:r>
            <a:r>
              <a:rPr lang="fr-MA" sz="1400" dirty="0">
                <a:solidFill>
                  <a:srgbClr val="0066FF"/>
                </a:solidFill>
              </a:rPr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numbers</a:t>
            </a:r>
            <a:r>
              <a:rPr lang="fr-MA" sz="1400" dirty="0"/>
              <a:t> </a:t>
            </a:r>
            <a:r>
              <a:rPr lang="fr-MA" sz="1400" dirty="0" err="1"/>
              <a:t>between</a:t>
            </a:r>
            <a:r>
              <a:rPr lang="fr-MA" sz="1400" dirty="0"/>
              <a:t> 0-1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valueX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scaledvalueX</a:t>
            </a:r>
            <a:r>
              <a:rPr lang="fr-MA" sz="1400" dirty="0"/>
              <a:t> = min + (</a:t>
            </a:r>
            <a:r>
              <a:rPr lang="fr-MA" sz="1400" dirty="0" err="1"/>
              <a:t>valueX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valueY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scaledvalueY</a:t>
            </a:r>
            <a:r>
              <a:rPr lang="fr-MA" sz="1400" dirty="0"/>
              <a:t> = min + (</a:t>
            </a:r>
            <a:r>
              <a:rPr lang="fr-MA" sz="1400" dirty="0" err="1"/>
              <a:t>valueY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x=round(scaledvalueX,1)</a:t>
            </a:r>
          </a:p>
          <a:p>
            <a:r>
              <a:rPr lang="fr-MA" sz="1400" dirty="0"/>
              <a:t>        y=round(scaledvalueY,1)</a:t>
            </a:r>
          </a:p>
          <a:p>
            <a:r>
              <a:rPr lang="fr-MA" sz="1400" dirty="0"/>
              <a:t>        y0=f(x)</a:t>
            </a:r>
          </a:p>
          <a:p>
            <a:r>
              <a:rPr lang="fr-MA" sz="1400" dirty="0"/>
              <a:t>        cl=0</a:t>
            </a:r>
          </a:p>
          <a:p>
            <a:r>
              <a:rPr lang="fr-MA" sz="1400" dirty="0"/>
              <a:t>        if(y&gt;y0):</a:t>
            </a:r>
          </a:p>
          <a:p>
            <a:r>
              <a:rPr lang="fr-MA" sz="1400" dirty="0"/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([</a:t>
            </a:r>
            <a:r>
              <a:rPr lang="fr-MA" sz="1400" dirty="0" err="1"/>
              <a:t>x,y,cl</a:t>
            </a:r>
            <a:r>
              <a:rPr lang="fr-MA" sz="1400" dirty="0"/>
              <a:t>])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data=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data=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X1=data[:,0]</a:t>
            </a:r>
          </a:p>
          <a:p>
            <a:r>
              <a:rPr lang="es-ES" sz="1600" dirty="0"/>
              <a:t>X2=data[:,1]</a:t>
            </a:r>
          </a:p>
          <a:p>
            <a:r>
              <a:rPr lang="es-ES" sz="1600" dirty="0"/>
              <a:t>C=data[:,2]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655320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(X1,X2,c=</a:t>
            </a:r>
            <a:r>
              <a:rPr lang="fr-MA" sz="1600" dirty="0" err="1"/>
              <a:t>C,cmap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Génerer</a:t>
            </a:r>
            <a:r>
              <a:rPr lang="fr-MA" sz="2400" b="1" dirty="0">
                <a:solidFill>
                  <a:srgbClr val="0066FF"/>
                </a:solidFill>
              </a:rPr>
              <a:t> le </a:t>
            </a:r>
            <a:r>
              <a:rPr lang="fr-MA" sz="2400" b="1" dirty="0" err="1">
                <a:solidFill>
                  <a:srgbClr val="0066FF"/>
                </a:solidFill>
              </a:rPr>
              <a:t>dataset</a:t>
            </a:r>
            <a:endParaRPr lang="fr-MA" sz="2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1F316-87F9-A79B-4D75-732746AD551F}"/>
              </a:ext>
            </a:extLst>
          </p:cNvPr>
          <p:cNvSpPr txBox="1"/>
          <p:nvPr/>
        </p:nvSpPr>
        <p:spPr>
          <a:xfrm>
            <a:off x="4531770" y="746674"/>
            <a:ext cx="4840830" cy="4801314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fit(X1,X2,y):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C00000"/>
                </a:solidFill>
              </a:rPr>
              <a:t>   w1=0.1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=0.1</a:t>
            </a:r>
          </a:p>
          <a:p>
            <a:r>
              <a:rPr lang="fr-MA" dirty="0"/>
              <a:t>    for k in range(10000):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=bias+w1*X1+w2*X2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0066FF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</a:t>
            </a:r>
          </a:p>
          <a:p>
            <a:r>
              <a:rPr lang="fr-MA" dirty="0"/>
              <a:t>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78DD5-8491-E8A2-089D-AC1E55E617E1}"/>
              </a:ext>
            </a:extLst>
          </p:cNvPr>
          <p:cNvSpPr txBox="1"/>
          <p:nvPr/>
        </p:nvSpPr>
        <p:spPr>
          <a:xfrm>
            <a:off x="6995161" y="1773913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9635C-3B84-6999-DF4B-967229BFC849}"/>
              </a:ext>
            </a:extLst>
          </p:cNvPr>
          <p:cNvSpPr txBox="1"/>
          <p:nvPr/>
        </p:nvSpPr>
        <p:spPr>
          <a:xfrm>
            <a:off x="7412129" y="2722718"/>
            <a:ext cx="1960471" cy="307777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Predict</a:t>
            </a:r>
            <a:r>
              <a:rPr lang="fr-MA" sz="1400" dirty="0">
                <a:solidFill>
                  <a:schemeClr val="bg1"/>
                </a:solidFill>
              </a:rPr>
              <a:t> </a:t>
            </a:r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18B76-18AF-0C9B-472E-93871E6FC99C}"/>
              </a:ext>
            </a:extLst>
          </p:cNvPr>
          <p:cNvSpPr txBox="1"/>
          <p:nvPr/>
        </p:nvSpPr>
        <p:spPr>
          <a:xfrm>
            <a:off x="7412129" y="3200963"/>
            <a:ext cx="196047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3704A4-2395-893B-FA4A-4AB801D5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086" y="4843376"/>
            <a:ext cx="2644194" cy="2014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0E446F-4041-A810-9EBD-4684131D022A}"/>
              </a:ext>
            </a:extLst>
          </p:cNvPr>
          <p:cNvSpPr txBox="1"/>
          <p:nvPr/>
        </p:nvSpPr>
        <p:spPr>
          <a:xfrm>
            <a:off x="9509652" y="4500086"/>
            <a:ext cx="119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FCDF-E750-327E-948B-5120607BCE6D}"/>
              </a:ext>
            </a:extLst>
          </p:cNvPr>
          <p:cNvSpPr txBox="1"/>
          <p:nvPr/>
        </p:nvSpPr>
        <p:spPr>
          <a:xfrm>
            <a:off x="9357360" y="43882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250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A62138-D021-4351-0703-23CE0285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086" y="808153"/>
            <a:ext cx="2519363" cy="1452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32E57-D758-6BAC-E75E-40F331350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739" y="2693193"/>
            <a:ext cx="2528888" cy="147161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E330F7-61B4-00B9-E4A3-81DF8619D5D6}"/>
              </a:ext>
            </a:extLst>
          </p:cNvPr>
          <p:cNvSpPr txBox="1"/>
          <p:nvPr/>
        </p:nvSpPr>
        <p:spPr>
          <a:xfrm>
            <a:off x="9502086" y="235791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750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7AD8A-03DC-10B9-2004-C85C8C453156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5FA"/>
                </a:solidFill>
              </a:rPr>
              <a:t>Classification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003926-C4F5-5691-F1A1-7BDC1A25BA6B}"/>
              </a:ext>
            </a:extLst>
          </p:cNvPr>
          <p:cNvSpPr/>
          <p:nvPr/>
        </p:nvSpPr>
        <p:spPr>
          <a:xfrm>
            <a:off x="70179" y="777650"/>
            <a:ext cx="2632488" cy="22528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0794EC-6D70-1FE8-0BE2-56C845B5279B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A85A98-9C56-97E7-F55D-DFE782A009A6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CDD7C4-4B43-57F2-A114-FAAA3BB6408A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5EEB0-8D49-BB26-0FFF-35E7FAA9FFE6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177E97-9129-4077-1441-9ED18ECA2A00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00CFA-4A58-6624-C970-5F484FCEB4D6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77CF12-23ED-92C5-FB6E-FF4766D7015A}"/>
              </a:ext>
            </a:extLst>
          </p:cNvPr>
          <p:cNvCxnSpPr>
            <a:stCxn id="15" idx="0"/>
            <a:endCxn id="15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8682DD-9FFD-9870-4CA9-68F032364FD0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5F483-E3D9-53B1-E2A5-1585ED83A0C8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B0784F-A087-DDE1-2C39-CC0861BCD0FC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DD5173-F735-DC15-E112-4444F261051B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60FF26B-AD0A-F325-5DA1-7DA442A98BAB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AF9D54-1091-BB52-121C-0F4BE7F1D5C9}"/>
              </a:ext>
            </a:extLst>
          </p:cNvPr>
          <p:cNvSpPr txBox="1"/>
          <p:nvPr/>
        </p:nvSpPr>
        <p:spPr>
          <a:xfrm>
            <a:off x="56847" y="4078499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return 1/(1+np.exp(-Z))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D6DB89-EB30-D5F0-8AD9-8EF0936FD73F}"/>
              </a:ext>
            </a:extLst>
          </p:cNvPr>
          <p:cNvSpPr txBox="1"/>
          <p:nvPr/>
        </p:nvSpPr>
        <p:spPr>
          <a:xfrm>
            <a:off x="28528" y="352044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005F7F-E3EA-F696-082F-77DB9D46133E}"/>
              </a:ext>
            </a:extLst>
          </p:cNvPr>
          <p:cNvSpPr txBox="1"/>
          <p:nvPr/>
        </p:nvSpPr>
        <p:spPr>
          <a:xfrm>
            <a:off x="96930" y="4893434"/>
            <a:ext cx="3606661" cy="143116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50230-AD80-26A8-C270-F60A0D5B5399}"/>
                  </a:ext>
                </a:extLst>
              </p:cNvPr>
              <p:cNvSpPr txBox="1"/>
              <p:nvPr/>
            </p:nvSpPr>
            <p:spPr>
              <a:xfrm>
                <a:off x="62467" y="3184427"/>
                <a:ext cx="444808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50230-AD80-26A8-C270-F60A0D5B5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" y="3184427"/>
                <a:ext cx="4448086" cy="246221"/>
              </a:xfrm>
              <a:prstGeom prst="rect">
                <a:avLst/>
              </a:prstGeom>
              <a:blipFill>
                <a:blip r:embed="rId5"/>
                <a:stretch>
                  <a:fillRect l="-2055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/>
              <p:nvPr/>
            </p:nvSpPr>
            <p:spPr>
              <a:xfrm>
                <a:off x="930257" y="2406598"/>
                <a:ext cx="153811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57" y="2406598"/>
                <a:ext cx="1538113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952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846" y="4843376"/>
            <a:ext cx="2644194" cy="2014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B05B10-2509-59CA-BA1D-7C6F8ED3CB48}"/>
              </a:ext>
            </a:extLst>
          </p:cNvPr>
          <p:cNvSpPr txBox="1"/>
          <p:nvPr/>
        </p:nvSpPr>
        <p:spPr>
          <a:xfrm>
            <a:off x="4480558" y="808153"/>
            <a:ext cx="4572002" cy="4247317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lr</a:t>
            </a:r>
            <a:r>
              <a:rPr lang="fr-MA" b="1" dirty="0"/>
              <a:t>=0.01</a:t>
            </a:r>
          </a:p>
          <a:p>
            <a:r>
              <a:rPr lang="fr-MA" b="1" dirty="0" err="1"/>
              <a:t>def</a:t>
            </a:r>
            <a:r>
              <a:rPr lang="fr-MA" b="1" dirty="0"/>
              <a:t> fit(</a:t>
            </a:r>
            <a:r>
              <a:rPr lang="fr-MA" b="1" dirty="0" err="1"/>
              <a:t>X,y</a:t>
            </a:r>
            <a:r>
              <a:rPr lang="fr-MA" b="1" dirty="0"/>
              <a:t>):</a:t>
            </a:r>
          </a:p>
          <a:p>
            <a:r>
              <a:rPr lang="fr-MA" b="1" dirty="0"/>
              <a:t>   </a:t>
            </a:r>
            <a:r>
              <a:rPr lang="fr-MA" dirty="0"/>
              <a:t>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b="1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</a:t>
            </a:r>
            <a:r>
              <a:rPr lang="fr-MA" b="1" dirty="0"/>
              <a:t>  for k in range(10000):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0065FA"/>
                </a:solidFill>
              </a:rPr>
              <a:t>  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=bias+np.dot(X,W)</a:t>
            </a:r>
          </a:p>
          <a:p>
            <a:r>
              <a:rPr lang="fr-MA" b="1" dirty="0">
                <a:solidFill>
                  <a:srgbClr val="0065FA"/>
                </a:solidFill>
              </a:rPr>
              <a:t>       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</a:t>
            </a:r>
            <a:r>
              <a:rPr lang="fr-MA" b="1" dirty="0" err="1">
                <a:solidFill>
                  <a:srgbClr val="0065FA"/>
                </a:solidFill>
              </a:rPr>
              <a:t>sigmoid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endParaRPr lang="fr-MA" b="1" dirty="0">
              <a:solidFill>
                <a:srgbClr val="0065FA"/>
              </a:solidFill>
            </a:endParaRP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     </a:t>
            </a:r>
          </a:p>
          <a:p>
            <a:r>
              <a:rPr lang="fr-MA" dirty="0"/>
              <a:t>    </a:t>
            </a:r>
            <a:r>
              <a:rPr lang="fr-MA" b="1" dirty="0"/>
              <a:t>return </a:t>
            </a:r>
            <a:r>
              <a:rPr lang="fr-MA" b="1" dirty="0" err="1"/>
              <a:t>bias,W</a:t>
            </a:r>
            <a:endParaRPr lang="fr-M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77DBE-20E4-13C3-F786-1CFBB8503651}"/>
              </a:ext>
            </a:extLst>
          </p:cNvPr>
          <p:cNvSpPr txBox="1"/>
          <p:nvPr/>
        </p:nvSpPr>
        <p:spPr>
          <a:xfrm>
            <a:off x="9585959" y="4431896"/>
            <a:ext cx="119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25C45-8A26-B2DB-0832-425D79E1B75D}"/>
              </a:ext>
            </a:extLst>
          </p:cNvPr>
          <p:cNvSpPr txBox="1"/>
          <p:nvPr/>
        </p:nvSpPr>
        <p:spPr>
          <a:xfrm>
            <a:off x="9585960" y="42536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250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026D39-11B3-801C-F7EE-5F4F4566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846" y="808153"/>
            <a:ext cx="2519363" cy="1452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59B7EF-2283-5988-C3E8-5AAAA634E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499" y="2693193"/>
            <a:ext cx="2528888" cy="147161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ABC9AA-D5BA-294E-A3B6-D3D8961D3F14}"/>
              </a:ext>
            </a:extLst>
          </p:cNvPr>
          <p:cNvSpPr txBox="1"/>
          <p:nvPr/>
        </p:nvSpPr>
        <p:spPr>
          <a:xfrm>
            <a:off x="9585960" y="228171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750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F67E3-E6CD-BEAF-A68D-DA9DB22EEE57}"/>
              </a:ext>
            </a:extLst>
          </p:cNvPr>
          <p:cNvSpPr txBox="1"/>
          <p:nvPr/>
        </p:nvSpPr>
        <p:spPr>
          <a:xfrm>
            <a:off x="6522719" y="1349768"/>
            <a:ext cx="207264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04EA1-8B65-8998-0E70-5B6368B49AB0}"/>
              </a:ext>
            </a:extLst>
          </p:cNvPr>
          <p:cNvSpPr txBox="1"/>
          <p:nvPr/>
        </p:nvSpPr>
        <p:spPr>
          <a:xfrm>
            <a:off x="7101839" y="2370027"/>
            <a:ext cx="1752601" cy="276999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sz="1200" dirty="0" err="1">
                <a:solidFill>
                  <a:schemeClr val="bg1"/>
                </a:solidFill>
              </a:rPr>
              <a:t>Predict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using</a:t>
            </a:r>
            <a:r>
              <a:rPr lang="fr-MA" sz="1200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A298A-D528-A401-7180-4230C8692D13}"/>
              </a:ext>
            </a:extLst>
          </p:cNvPr>
          <p:cNvSpPr txBox="1"/>
          <p:nvPr/>
        </p:nvSpPr>
        <p:spPr>
          <a:xfrm>
            <a:off x="7101839" y="2993867"/>
            <a:ext cx="1752601" cy="338554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sz="1600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B934E5-6DA2-3E7C-3B29-27E0ABA552F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5FA"/>
                </a:solidFill>
              </a:rPr>
              <a:t>Classification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FB0CD8-711F-7303-74FC-250BFD2CC42B}"/>
              </a:ext>
            </a:extLst>
          </p:cNvPr>
          <p:cNvSpPr/>
          <p:nvPr/>
        </p:nvSpPr>
        <p:spPr>
          <a:xfrm>
            <a:off x="76966" y="776764"/>
            <a:ext cx="2632488" cy="283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B19D4E9-83A3-2BED-ADB7-6FB290B2CA89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ACD0B5-9C09-CDE4-3A32-0B42137A9393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08A479-B40C-DA2B-A206-C3383A5E8833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0B32B8-7EBE-8B31-6573-92B6E23F9520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F1A721-3574-1DCC-EF34-39570659B9C3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08C90-8FE3-7DC2-653C-43E842262953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E34F9-39D6-02ED-AE56-56C7ED8ED623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112E81-3679-4BDC-5EAC-9032CF514D10}"/>
              </a:ext>
            </a:extLst>
          </p:cNvPr>
          <p:cNvCxnSpPr>
            <a:stCxn id="23" idx="0"/>
            <a:endCxn id="2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37D9E5-9373-F96C-F614-31BE5BDF883E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F874E2-A1F9-A3E1-A366-4077E0D3B80E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BCCF4B-97CF-A9CD-9308-EEB35CE98D18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F637D78-5305-87FD-6913-95C40D1EBC1A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FE3F6EF-DCAF-3964-5B55-774EDCC176AD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FCD11A0-C799-C0DF-B960-94216283B098}"/>
              </a:ext>
            </a:extLst>
          </p:cNvPr>
          <p:cNvCxnSpPr>
            <a:cxnSpLocks/>
          </p:cNvCxnSpPr>
          <p:nvPr/>
        </p:nvCxnSpPr>
        <p:spPr>
          <a:xfrm>
            <a:off x="386405" y="1849523"/>
            <a:ext cx="942520" cy="3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5A34FDF-66D0-0630-7B02-BD50DA92190F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8D4D90-D0A9-9035-9F23-D808D181BB7D}"/>
              </a:ext>
            </a:extLst>
          </p:cNvPr>
          <p:cNvSpPr txBox="1"/>
          <p:nvPr/>
        </p:nvSpPr>
        <p:spPr>
          <a:xfrm>
            <a:off x="104728" y="4564383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return 1/(1+np.exp(-Z))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99C392-99DC-D312-3E35-041B8C0E1FF6}"/>
                  </a:ext>
                </a:extLst>
              </p:cNvPr>
              <p:cNvSpPr txBox="1"/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99C392-99DC-D312-3E35-041B8C0E1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blipFill>
                <a:blip r:embed="rId5"/>
                <a:stretch>
                  <a:fillRect l="-1632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4D30876-E961-1C1B-F25E-73877BAB027D}"/>
              </a:ext>
            </a:extLst>
          </p:cNvPr>
          <p:cNvSpPr txBox="1"/>
          <p:nvPr/>
        </p:nvSpPr>
        <p:spPr>
          <a:xfrm>
            <a:off x="28528" y="403860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B583EA-988F-ECB8-2007-064499654A49}"/>
              </a:ext>
            </a:extLst>
          </p:cNvPr>
          <p:cNvSpPr txBox="1"/>
          <p:nvPr/>
        </p:nvSpPr>
        <p:spPr>
          <a:xfrm>
            <a:off x="72532" y="3054492"/>
            <a:ext cx="61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Xm</a:t>
            </a:r>
            <a:endParaRPr lang="fr-MA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E558C6-5018-5970-FA3D-74A754F70124}"/>
              </a:ext>
            </a:extLst>
          </p:cNvPr>
          <p:cNvSpPr txBox="1"/>
          <p:nvPr/>
        </p:nvSpPr>
        <p:spPr>
          <a:xfrm>
            <a:off x="768970" y="269093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wm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EACD6B-8928-5DA6-400A-A654ABD2FDE6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511895" y="1892537"/>
            <a:ext cx="860978" cy="132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F91D8DA-4FAB-35A2-8CE6-ABD440D42884}"/>
              </a:ext>
            </a:extLst>
          </p:cNvPr>
          <p:cNvSpPr txBox="1"/>
          <p:nvPr/>
        </p:nvSpPr>
        <p:spPr>
          <a:xfrm>
            <a:off x="84595" y="2627792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31EBE-7994-7538-E386-B7B5B91AD6F7}"/>
                  </a:ext>
                </a:extLst>
              </p:cNvPr>
              <p:cNvSpPr txBox="1"/>
              <p:nvPr/>
            </p:nvSpPr>
            <p:spPr>
              <a:xfrm>
                <a:off x="1038745" y="3016398"/>
                <a:ext cx="153811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31EBE-7994-7538-E386-B7B5B91A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45" y="3016398"/>
                <a:ext cx="1538113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7609214" y="887661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35140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114425" y="2085982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dirty="0"/>
              <a:t>Séparation de</a:t>
            </a:r>
            <a:br>
              <a:rPr lang="fr-MA" sz="4000" dirty="0"/>
            </a:br>
            <a:r>
              <a:rPr lang="fr-MA" sz="4000" dirty="0"/>
              <a:t> AND, OR,NAND, NOR, XOR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09619309-063C-4FE9-8809-5D9D8A125B96}"/>
              </a:ext>
            </a:extLst>
          </p:cNvPr>
          <p:cNvSpPr txBox="1"/>
          <p:nvPr/>
        </p:nvSpPr>
        <p:spPr>
          <a:xfrm>
            <a:off x="1255596" y="24141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Problem</a:t>
            </a:r>
            <a:endParaRPr lang="fr-FR" sz="32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367D2D6-53FC-4774-B355-C55EAA02CD82}"/>
              </a:ext>
            </a:extLst>
          </p:cNvPr>
          <p:cNvGraphicFramePr>
            <a:graphicFrameLocks noGrp="1"/>
          </p:cNvGraphicFramePr>
          <p:nvPr/>
        </p:nvGraphicFramePr>
        <p:xfrm>
          <a:off x="1585535" y="842207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EF12E-66F7-4F0C-85D1-DCCA2E649314}"/>
              </a:ext>
            </a:extLst>
          </p:cNvPr>
          <p:cNvSpPr/>
          <p:nvPr/>
        </p:nvSpPr>
        <p:spPr>
          <a:xfrm>
            <a:off x="944512" y="1197198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3B967-96BA-496A-A6DE-B5DC226B8B26}"/>
              </a:ext>
            </a:extLst>
          </p:cNvPr>
          <p:cNvSpPr/>
          <p:nvPr/>
        </p:nvSpPr>
        <p:spPr>
          <a:xfrm>
            <a:off x="935085" y="1576052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E7527-5B5A-4701-9719-D3E235E0A80A}"/>
              </a:ext>
            </a:extLst>
          </p:cNvPr>
          <p:cNvCxnSpPr/>
          <p:nvPr/>
        </p:nvCxnSpPr>
        <p:spPr>
          <a:xfrm>
            <a:off x="4251489" y="2093298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0597AE-5AA2-4366-A8FC-6686E8BE358E}"/>
              </a:ext>
            </a:extLst>
          </p:cNvPr>
          <p:cNvSpPr/>
          <p:nvPr/>
        </p:nvSpPr>
        <p:spPr>
          <a:xfrm>
            <a:off x="4421173" y="111291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2B6B9A-B401-471B-878F-B12DB57789C8}"/>
              </a:ext>
            </a:extLst>
          </p:cNvPr>
          <p:cNvSpPr/>
          <p:nvPr/>
        </p:nvSpPr>
        <p:spPr>
          <a:xfrm>
            <a:off x="5290010" y="111290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0C74E-A16F-4895-ABDD-9C451197103F}"/>
              </a:ext>
            </a:extLst>
          </p:cNvPr>
          <p:cNvSpPr/>
          <p:nvPr/>
        </p:nvSpPr>
        <p:spPr>
          <a:xfrm>
            <a:off x="5290010" y="183878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ECC11-EC50-489D-A6E9-CBB41DFB3B25}"/>
              </a:ext>
            </a:extLst>
          </p:cNvPr>
          <p:cNvSpPr/>
          <p:nvPr/>
        </p:nvSpPr>
        <p:spPr>
          <a:xfrm>
            <a:off x="4421173" y="1829357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EDAE5-FF37-4B1F-A0E0-0AEB63906FD2}"/>
              </a:ext>
            </a:extLst>
          </p:cNvPr>
          <p:cNvSpPr txBox="1"/>
          <p:nvPr/>
        </p:nvSpPr>
        <p:spPr>
          <a:xfrm>
            <a:off x="4421173" y="216635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BD8B-4D6A-438F-A7BA-BD2247C59909}"/>
              </a:ext>
            </a:extLst>
          </p:cNvPr>
          <p:cNvSpPr txBox="1"/>
          <p:nvPr/>
        </p:nvSpPr>
        <p:spPr>
          <a:xfrm>
            <a:off x="5247587" y="216636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85DA7E-D823-4567-A90C-DD9E1DB7F23C}"/>
              </a:ext>
            </a:extLst>
          </p:cNvPr>
          <p:cNvCxnSpPr>
            <a:cxnSpLocks/>
          </p:cNvCxnSpPr>
          <p:nvPr/>
        </p:nvCxnSpPr>
        <p:spPr>
          <a:xfrm flipV="1">
            <a:off x="4264056" y="842207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2DF-2A11-4B48-8997-59540A798083}"/>
              </a:ext>
            </a:extLst>
          </p:cNvPr>
          <p:cNvSpPr txBox="1"/>
          <p:nvPr/>
        </p:nvSpPr>
        <p:spPr>
          <a:xfrm>
            <a:off x="3886203" y="179702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656EE-E9EE-4CC6-AC5B-652B6E5D1820}"/>
              </a:ext>
            </a:extLst>
          </p:cNvPr>
          <p:cNvSpPr txBox="1"/>
          <p:nvPr/>
        </p:nvSpPr>
        <p:spPr>
          <a:xfrm>
            <a:off x="3914484" y="108377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981F-4F95-4EBF-820B-563C57A40A83}"/>
              </a:ext>
            </a:extLst>
          </p:cNvPr>
          <p:cNvCxnSpPr>
            <a:cxnSpLocks/>
          </p:cNvCxnSpPr>
          <p:nvPr/>
        </p:nvCxnSpPr>
        <p:spPr>
          <a:xfrm>
            <a:off x="4565716" y="970309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B9CCDE-BF32-4DC8-B218-B3DAECBEDFF3}"/>
              </a:ext>
            </a:extLst>
          </p:cNvPr>
          <p:cNvCxnSpPr>
            <a:cxnSpLocks/>
          </p:cNvCxnSpPr>
          <p:nvPr/>
        </p:nvCxnSpPr>
        <p:spPr>
          <a:xfrm>
            <a:off x="2163446" y="937481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498DD95-6512-4358-8EF1-A84DE92FE929}"/>
              </a:ext>
            </a:extLst>
          </p:cNvPr>
          <p:cNvGraphicFramePr>
            <a:graphicFrameLocks noGrp="1"/>
          </p:cNvGraphicFramePr>
          <p:nvPr/>
        </p:nvGraphicFramePr>
        <p:xfrm>
          <a:off x="1577678" y="2955386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59EEE49-E196-45AF-BB43-3D7C697AAD46}"/>
              </a:ext>
            </a:extLst>
          </p:cNvPr>
          <p:cNvSpPr/>
          <p:nvPr/>
        </p:nvSpPr>
        <p:spPr>
          <a:xfrm>
            <a:off x="936655" y="3310377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AA4-39F5-4AFE-B117-E687F806307C}"/>
              </a:ext>
            </a:extLst>
          </p:cNvPr>
          <p:cNvSpPr/>
          <p:nvPr/>
        </p:nvSpPr>
        <p:spPr>
          <a:xfrm>
            <a:off x="927228" y="368923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993275-F5C2-4138-BD35-AC8A00053028}"/>
              </a:ext>
            </a:extLst>
          </p:cNvPr>
          <p:cNvCxnSpPr/>
          <p:nvPr/>
        </p:nvCxnSpPr>
        <p:spPr>
          <a:xfrm>
            <a:off x="4243632" y="420647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4ADD5F9-586F-48BE-BE28-F7361ACE7638}"/>
              </a:ext>
            </a:extLst>
          </p:cNvPr>
          <p:cNvSpPr/>
          <p:nvPr/>
        </p:nvSpPr>
        <p:spPr>
          <a:xfrm>
            <a:off x="4413316" y="322609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4B12C4-CF9B-4405-819C-1C63B26EA58D}"/>
              </a:ext>
            </a:extLst>
          </p:cNvPr>
          <p:cNvSpPr/>
          <p:nvPr/>
        </p:nvSpPr>
        <p:spPr>
          <a:xfrm>
            <a:off x="5282153" y="3226081"/>
            <a:ext cx="245093" cy="254514"/>
          </a:xfrm>
          <a:prstGeom prst="ellipse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24F6BD-687C-42C8-A9C2-2EFDFB265654}"/>
              </a:ext>
            </a:extLst>
          </p:cNvPr>
          <p:cNvSpPr/>
          <p:nvPr/>
        </p:nvSpPr>
        <p:spPr>
          <a:xfrm>
            <a:off x="5282152" y="395195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6F3402-5CEC-4035-B265-E48C5112C71F}"/>
              </a:ext>
            </a:extLst>
          </p:cNvPr>
          <p:cNvSpPr/>
          <p:nvPr/>
        </p:nvSpPr>
        <p:spPr>
          <a:xfrm>
            <a:off x="4413316" y="3942536"/>
            <a:ext cx="245093" cy="254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DA30-8296-4CF7-944D-ADE0FBBC8F9F}"/>
              </a:ext>
            </a:extLst>
          </p:cNvPr>
          <p:cNvSpPr txBox="1"/>
          <p:nvPr/>
        </p:nvSpPr>
        <p:spPr>
          <a:xfrm>
            <a:off x="4413316" y="42795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F5662-1E2E-47E9-B4E6-232448559EE0}"/>
              </a:ext>
            </a:extLst>
          </p:cNvPr>
          <p:cNvSpPr txBox="1"/>
          <p:nvPr/>
        </p:nvSpPr>
        <p:spPr>
          <a:xfrm>
            <a:off x="5239730" y="427954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2C4A82-8806-47DB-9CC0-7BCCF99521A6}"/>
              </a:ext>
            </a:extLst>
          </p:cNvPr>
          <p:cNvCxnSpPr>
            <a:cxnSpLocks/>
          </p:cNvCxnSpPr>
          <p:nvPr/>
        </p:nvCxnSpPr>
        <p:spPr>
          <a:xfrm flipV="1">
            <a:off x="4256199" y="295538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95597-8DAA-4A7C-B511-76CF944199AF}"/>
              </a:ext>
            </a:extLst>
          </p:cNvPr>
          <p:cNvSpPr txBox="1"/>
          <p:nvPr/>
        </p:nvSpPr>
        <p:spPr>
          <a:xfrm>
            <a:off x="3878346" y="391020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B7C81-CCF2-4DB3-93A1-DA9D94671EB0}"/>
              </a:ext>
            </a:extLst>
          </p:cNvPr>
          <p:cNvSpPr txBox="1"/>
          <p:nvPr/>
        </p:nvSpPr>
        <p:spPr>
          <a:xfrm>
            <a:off x="3906627" y="319695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62AD7-2644-46C1-B60B-D20C3FDABDBD}"/>
              </a:ext>
            </a:extLst>
          </p:cNvPr>
          <p:cNvCxnSpPr>
            <a:cxnSpLocks/>
          </p:cNvCxnSpPr>
          <p:nvPr/>
        </p:nvCxnSpPr>
        <p:spPr>
          <a:xfrm>
            <a:off x="1397523" y="3146507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8F626-EF84-49FF-9E37-B01303CA3102}"/>
              </a:ext>
            </a:extLst>
          </p:cNvPr>
          <p:cNvSpPr/>
          <p:nvPr/>
        </p:nvSpPr>
        <p:spPr>
          <a:xfrm>
            <a:off x="86008" y="1303834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And</a:t>
            </a:r>
            <a:endParaRPr lang="fr-M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0AE31-3990-465C-81FF-F5DC92A6BFB0}"/>
              </a:ext>
            </a:extLst>
          </p:cNvPr>
          <p:cNvSpPr/>
          <p:nvPr/>
        </p:nvSpPr>
        <p:spPr>
          <a:xfrm>
            <a:off x="142111" y="3406703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OR</a:t>
            </a:r>
            <a:endParaRPr lang="fr-MA" dirty="0"/>
          </a:p>
        </p:txBody>
      </p:sp>
      <p:graphicFrame>
        <p:nvGraphicFramePr>
          <p:cNvPr id="46" name="Table 2">
            <a:extLst>
              <a:ext uri="{FF2B5EF4-FFF2-40B4-BE49-F238E27FC236}">
                <a16:creationId xmlns:a16="http://schemas.microsoft.com/office/drawing/2014/main" id="{00F0FD47-D9A7-4A71-B4D9-5BFF36292861}"/>
              </a:ext>
            </a:extLst>
          </p:cNvPr>
          <p:cNvGraphicFramePr>
            <a:graphicFrameLocks noGrp="1"/>
          </p:cNvGraphicFramePr>
          <p:nvPr/>
        </p:nvGraphicFramePr>
        <p:xfrm>
          <a:off x="1730078" y="4964868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65A5F01F-40D0-42B7-B406-B9BC14149584}"/>
              </a:ext>
            </a:extLst>
          </p:cNvPr>
          <p:cNvSpPr/>
          <p:nvPr/>
        </p:nvSpPr>
        <p:spPr>
          <a:xfrm>
            <a:off x="1089055" y="5319859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C1041-3CD3-403A-92CF-AE2D4DCEBC36}"/>
              </a:ext>
            </a:extLst>
          </p:cNvPr>
          <p:cNvSpPr/>
          <p:nvPr/>
        </p:nvSpPr>
        <p:spPr>
          <a:xfrm>
            <a:off x="1079628" y="5698713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6531555-B5E4-4D7B-B10C-B6BE33B5692F}"/>
              </a:ext>
            </a:extLst>
          </p:cNvPr>
          <p:cNvCxnSpPr/>
          <p:nvPr/>
        </p:nvCxnSpPr>
        <p:spPr>
          <a:xfrm>
            <a:off x="4396032" y="6215959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5673B1-4FFC-4EFA-9C1F-A089AF652E50}"/>
              </a:ext>
            </a:extLst>
          </p:cNvPr>
          <p:cNvSpPr/>
          <p:nvPr/>
        </p:nvSpPr>
        <p:spPr>
          <a:xfrm>
            <a:off x="4565716" y="523557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EE5C00-D34E-45EA-B629-4B4C505E38A5}"/>
              </a:ext>
            </a:extLst>
          </p:cNvPr>
          <p:cNvSpPr/>
          <p:nvPr/>
        </p:nvSpPr>
        <p:spPr>
          <a:xfrm>
            <a:off x="5434553" y="5235563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1EEC2B-4F96-4A6B-B98D-693B3E837010}"/>
              </a:ext>
            </a:extLst>
          </p:cNvPr>
          <p:cNvSpPr/>
          <p:nvPr/>
        </p:nvSpPr>
        <p:spPr>
          <a:xfrm>
            <a:off x="5434552" y="5961436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CFF4F8-B1A3-4C12-BB14-CE2F929670F4}"/>
              </a:ext>
            </a:extLst>
          </p:cNvPr>
          <p:cNvSpPr/>
          <p:nvPr/>
        </p:nvSpPr>
        <p:spPr>
          <a:xfrm>
            <a:off x="4565716" y="5952018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124FBD-79A2-412C-8ED4-BB9A2CEF3F34}"/>
              </a:ext>
            </a:extLst>
          </p:cNvPr>
          <p:cNvSpPr txBox="1"/>
          <p:nvPr/>
        </p:nvSpPr>
        <p:spPr>
          <a:xfrm>
            <a:off x="4565716" y="628901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CA3B6-31DD-4069-A348-34CABF43D2CC}"/>
              </a:ext>
            </a:extLst>
          </p:cNvPr>
          <p:cNvSpPr txBox="1"/>
          <p:nvPr/>
        </p:nvSpPr>
        <p:spPr>
          <a:xfrm>
            <a:off x="5392130" y="628902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9090EB-F9EA-4CDE-8CD7-E6BBB640C518}"/>
              </a:ext>
            </a:extLst>
          </p:cNvPr>
          <p:cNvCxnSpPr>
            <a:cxnSpLocks/>
          </p:cNvCxnSpPr>
          <p:nvPr/>
        </p:nvCxnSpPr>
        <p:spPr>
          <a:xfrm flipV="1">
            <a:off x="4408599" y="4964868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DBB25FB-ED64-42AE-B977-1E7B2996976D}"/>
              </a:ext>
            </a:extLst>
          </p:cNvPr>
          <p:cNvSpPr txBox="1"/>
          <p:nvPr/>
        </p:nvSpPr>
        <p:spPr>
          <a:xfrm>
            <a:off x="4030746" y="591968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D6CAF-6F58-4C31-9C55-0AD2A651FB07}"/>
              </a:ext>
            </a:extLst>
          </p:cNvPr>
          <p:cNvSpPr txBox="1"/>
          <p:nvPr/>
        </p:nvSpPr>
        <p:spPr>
          <a:xfrm>
            <a:off x="4059027" y="52064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D0127D-F98B-48BC-A649-98056B4A5F20}"/>
              </a:ext>
            </a:extLst>
          </p:cNvPr>
          <p:cNvSpPr/>
          <p:nvPr/>
        </p:nvSpPr>
        <p:spPr>
          <a:xfrm>
            <a:off x="294511" y="5416185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12136-A65F-4015-A07A-A6A8978A0B99}"/>
              </a:ext>
            </a:extLst>
          </p:cNvPr>
          <p:cNvSpPr txBox="1"/>
          <p:nvPr/>
        </p:nvSpPr>
        <p:spPr>
          <a:xfrm>
            <a:off x="6476214" y="709941"/>
            <a:ext cx="499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peut avoir une séparation linéaire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D7577-1264-4538-9DBC-9BD98E51A146}"/>
              </a:ext>
            </a:extLst>
          </p:cNvPr>
          <p:cNvSpPr txBox="1"/>
          <p:nvPr/>
        </p:nvSpPr>
        <p:spPr>
          <a:xfrm>
            <a:off x="6289251" y="2643988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 peut avoir une séparation linéaire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7749F-AF39-4A82-8EF0-795A281E9D71}"/>
              </a:ext>
            </a:extLst>
          </p:cNvPr>
          <p:cNvSpPr txBox="1"/>
          <p:nvPr/>
        </p:nvSpPr>
        <p:spPr>
          <a:xfrm>
            <a:off x="6308105" y="5264934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ne peut pas avoir une séparation linéaire</a:t>
            </a:r>
          </a:p>
        </p:txBody>
      </p:sp>
      <p:sp>
        <p:nvSpPr>
          <p:cNvPr id="64" name="Ellipse 155">
            <a:extLst>
              <a:ext uri="{FF2B5EF4-FFF2-40B4-BE49-F238E27FC236}">
                <a16:creationId xmlns:a16="http://schemas.microsoft.com/office/drawing/2014/main" id="{7F8B9FDE-C0CD-43E2-BF73-3B72CE4FF618}"/>
              </a:ext>
            </a:extLst>
          </p:cNvPr>
          <p:cNvSpPr/>
          <p:nvPr/>
        </p:nvSpPr>
        <p:spPr>
          <a:xfrm>
            <a:off x="8240928" y="1633801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9C198B78-F1F4-4FD6-ADC8-B92257BE0BDC}"/>
              </a:ext>
            </a:extLst>
          </p:cNvPr>
          <p:cNvCxnSpPr>
            <a:cxnSpLocks/>
            <a:stCxn id="71" idx="6"/>
            <a:endCxn id="64" idx="2"/>
          </p:cNvCxnSpPr>
          <p:nvPr/>
        </p:nvCxnSpPr>
        <p:spPr>
          <a:xfrm>
            <a:off x="7554836" y="1644425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167">
            <a:extLst>
              <a:ext uri="{FF2B5EF4-FFF2-40B4-BE49-F238E27FC236}">
                <a16:creationId xmlns:a16="http://schemas.microsoft.com/office/drawing/2014/main" id="{8CD69EC5-5E60-46A5-ADC4-E6101CE3CFFC}"/>
              </a:ext>
            </a:extLst>
          </p:cNvPr>
          <p:cNvSpPr/>
          <p:nvPr/>
        </p:nvSpPr>
        <p:spPr>
          <a:xfrm>
            <a:off x="6943099" y="203467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5AAADE-FDEA-471E-A22A-FDD854F00722}"/>
              </a:ext>
            </a:extLst>
          </p:cNvPr>
          <p:cNvSpPr/>
          <p:nvPr/>
        </p:nvSpPr>
        <p:spPr>
          <a:xfrm>
            <a:off x="7013796" y="144484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71" name="Ellipse 151">
            <a:extLst>
              <a:ext uri="{FF2B5EF4-FFF2-40B4-BE49-F238E27FC236}">
                <a16:creationId xmlns:a16="http://schemas.microsoft.com/office/drawing/2014/main" id="{138EAABF-B53F-4E18-84F5-771C63142A7B}"/>
              </a:ext>
            </a:extLst>
          </p:cNvPr>
          <p:cNvSpPr/>
          <p:nvPr/>
        </p:nvSpPr>
        <p:spPr>
          <a:xfrm>
            <a:off x="6942836" y="141042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269262-53DD-4605-9C5A-A60A326770AA}"/>
              </a:ext>
            </a:extLst>
          </p:cNvPr>
          <p:cNvSpPr/>
          <p:nvPr/>
        </p:nvSpPr>
        <p:spPr>
          <a:xfrm>
            <a:off x="7022292" y="203303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Connecteur droit 4">
            <a:extLst>
              <a:ext uri="{FF2B5EF4-FFF2-40B4-BE49-F238E27FC236}">
                <a16:creationId xmlns:a16="http://schemas.microsoft.com/office/drawing/2014/main" id="{3C19F8B7-C136-466E-802F-E8B0C8C13CDE}"/>
              </a:ext>
            </a:extLst>
          </p:cNvPr>
          <p:cNvCxnSpPr>
            <a:cxnSpLocks/>
            <a:stCxn id="69" idx="6"/>
            <a:endCxn id="64" idx="2"/>
          </p:cNvCxnSpPr>
          <p:nvPr/>
        </p:nvCxnSpPr>
        <p:spPr>
          <a:xfrm flipV="1">
            <a:off x="7555099" y="1995096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156">
            <a:extLst>
              <a:ext uri="{FF2B5EF4-FFF2-40B4-BE49-F238E27FC236}">
                <a16:creationId xmlns:a16="http://schemas.microsoft.com/office/drawing/2014/main" id="{8F734DC2-323D-4004-853F-00BA819B4304}"/>
              </a:ext>
            </a:extLst>
          </p:cNvPr>
          <p:cNvCxnSpPr>
            <a:cxnSpLocks/>
          </p:cNvCxnSpPr>
          <p:nvPr/>
        </p:nvCxnSpPr>
        <p:spPr>
          <a:xfrm flipV="1">
            <a:off x="8998185" y="206221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171">
            <a:extLst>
              <a:ext uri="{FF2B5EF4-FFF2-40B4-BE49-F238E27FC236}">
                <a16:creationId xmlns:a16="http://schemas.microsoft.com/office/drawing/2014/main" id="{8B327F07-C5A2-471D-BD55-525BF7062AAE}"/>
              </a:ext>
            </a:extLst>
          </p:cNvPr>
          <p:cNvSpPr txBox="1"/>
          <p:nvPr/>
        </p:nvSpPr>
        <p:spPr>
          <a:xfrm>
            <a:off x="9043344" y="1785529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sp>
        <p:nvSpPr>
          <p:cNvPr id="129" name="Ellipse 155">
            <a:extLst>
              <a:ext uri="{FF2B5EF4-FFF2-40B4-BE49-F238E27FC236}">
                <a16:creationId xmlns:a16="http://schemas.microsoft.com/office/drawing/2014/main" id="{5E5F9D10-E3FF-41B4-8DF2-BD7E844D2702}"/>
              </a:ext>
            </a:extLst>
          </p:cNvPr>
          <p:cNvSpPr/>
          <p:nvPr/>
        </p:nvSpPr>
        <p:spPr>
          <a:xfrm>
            <a:off x="8176511" y="3728122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30" name="Connecteur droit 4">
            <a:extLst>
              <a:ext uri="{FF2B5EF4-FFF2-40B4-BE49-F238E27FC236}">
                <a16:creationId xmlns:a16="http://schemas.microsoft.com/office/drawing/2014/main" id="{E2F7160E-9FFA-4278-A051-D7394C442776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490419" y="3738746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lipse 167">
            <a:extLst>
              <a:ext uri="{FF2B5EF4-FFF2-40B4-BE49-F238E27FC236}">
                <a16:creationId xmlns:a16="http://schemas.microsoft.com/office/drawing/2014/main" id="{8BF578FB-F03D-4027-93FB-9F8AF7DA4056}"/>
              </a:ext>
            </a:extLst>
          </p:cNvPr>
          <p:cNvSpPr/>
          <p:nvPr/>
        </p:nvSpPr>
        <p:spPr>
          <a:xfrm>
            <a:off x="6878682" y="412899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B78710-6385-4557-B940-D5D79893D335}"/>
              </a:ext>
            </a:extLst>
          </p:cNvPr>
          <p:cNvSpPr/>
          <p:nvPr/>
        </p:nvSpPr>
        <p:spPr>
          <a:xfrm>
            <a:off x="6949379" y="353916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33" name="Ellipse 151">
            <a:extLst>
              <a:ext uri="{FF2B5EF4-FFF2-40B4-BE49-F238E27FC236}">
                <a16:creationId xmlns:a16="http://schemas.microsoft.com/office/drawing/2014/main" id="{CE72D3AE-9747-482B-8BE3-FEA027EA9124}"/>
              </a:ext>
            </a:extLst>
          </p:cNvPr>
          <p:cNvSpPr/>
          <p:nvPr/>
        </p:nvSpPr>
        <p:spPr>
          <a:xfrm>
            <a:off x="6878419" y="350474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18D21F2-17E4-4CDF-A477-D6209324FA51}"/>
              </a:ext>
            </a:extLst>
          </p:cNvPr>
          <p:cNvSpPr/>
          <p:nvPr/>
        </p:nvSpPr>
        <p:spPr>
          <a:xfrm>
            <a:off x="6957875" y="412735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5" name="Connecteur droit 4">
            <a:extLst>
              <a:ext uri="{FF2B5EF4-FFF2-40B4-BE49-F238E27FC236}">
                <a16:creationId xmlns:a16="http://schemas.microsoft.com/office/drawing/2014/main" id="{54AA20F0-E406-490C-AB3B-8CA824700A6F}"/>
              </a:ext>
            </a:extLst>
          </p:cNvPr>
          <p:cNvCxnSpPr>
            <a:cxnSpLocks/>
            <a:stCxn id="131" idx="6"/>
            <a:endCxn id="129" idx="2"/>
          </p:cNvCxnSpPr>
          <p:nvPr/>
        </p:nvCxnSpPr>
        <p:spPr>
          <a:xfrm flipV="1">
            <a:off x="7490682" y="4089417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56">
            <a:extLst>
              <a:ext uri="{FF2B5EF4-FFF2-40B4-BE49-F238E27FC236}">
                <a16:creationId xmlns:a16="http://schemas.microsoft.com/office/drawing/2014/main" id="{66DF0EA9-EE05-468F-913A-415E6EDC2554}"/>
              </a:ext>
            </a:extLst>
          </p:cNvPr>
          <p:cNvCxnSpPr>
            <a:cxnSpLocks/>
          </p:cNvCxnSpPr>
          <p:nvPr/>
        </p:nvCxnSpPr>
        <p:spPr>
          <a:xfrm flipV="1">
            <a:off x="8933768" y="41565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ZoneTexte 171">
            <a:extLst>
              <a:ext uri="{FF2B5EF4-FFF2-40B4-BE49-F238E27FC236}">
                <a16:creationId xmlns:a16="http://schemas.microsoft.com/office/drawing/2014/main" id="{7F17C715-572E-41B5-B88C-35154F39BC3C}"/>
              </a:ext>
            </a:extLst>
          </p:cNvPr>
          <p:cNvSpPr txBox="1"/>
          <p:nvPr/>
        </p:nvSpPr>
        <p:spPr>
          <a:xfrm>
            <a:off x="8978927" y="3879850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6F7A9F0-FF29-49CE-87F7-0413BBDCA89C}"/>
              </a:ext>
            </a:extLst>
          </p:cNvPr>
          <p:cNvCxnSpPr>
            <a:cxnSpLocks/>
          </p:cNvCxnSpPr>
          <p:nvPr/>
        </p:nvCxnSpPr>
        <p:spPr>
          <a:xfrm>
            <a:off x="4190614" y="3326924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E5F3672-A863-4BB5-8804-D18F17782E95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890942" y="4964868"/>
            <a:ext cx="501188" cy="15088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77F6E8-3AF6-42C4-B488-4F3011BA4D01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195714" y="5468863"/>
            <a:ext cx="1688182" cy="4508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2" grpId="0"/>
      <p:bldP spid="17" grpId="0"/>
      <p:bldP spid="21" grpId="0"/>
      <p:bldP spid="22" grpId="0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/>
      <p:bldP spid="39" grpId="0"/>
      <p:bldP spid="44" grpId="0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7" grpId="0"/>
      <p:bldP spid="58" grpId="0"/>
      <p:bldP spid="61" grpId="0"/>
      <p:bldP spid="42" grpId="0"/>
      <p:bldP spid="62" grpId="0"/>
      <p:bldP spid="63" grpId="0"/>
      <p:bldP spid="64" grpId="0" animBg="1"/>
      <p:bldP spid="69" grpId="0" animBg="1"/>
      <p:bldP spid="70" grpId="0"/>
      <p:bldP spid="71" grpId="0" animBg="1"/>
      <p:bldP spid="72" grpId="0"/>
      <p:bldP spid="75" grpId="0"/>
      <p:bldP spid="129" grpId="0" animBg="1"/>
      <p:bldP spid="131" grpId="0" animBg="1"/>
      <p:bldP spid="132" grpId="0"/>
      <p:bldP spid="133" grpId="0" animBg="1"/>
      <p:bldP spid="134" grpId="0"/>
      <p:bldP spid="13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857">
            <a:extLst>
              <a:ext uri="{FF2B5EF4-FFF2-40B4-BE49-F238E27FC236}">
                <a16:creationId xmlns:a16="http://schemas.microsoft.com/office/drawing/2014/main" id="{D1F72736-BDF5-4A9E-9C1F-4098EE9745FC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858">
            <a:extLst>
              <a:ext uri="{FF2B5EF4-FFF2-40B4-BE49-F238E27FC236}">
                <a16:creationId xmlns:a16="http://schemas.microsoft.com/office/drawing/2014/main" id="{2105176C-5D37-42C1-9DDB-4A777FF3FEF7}"/>
              </a:ext>
            </a:extLst>
          </p:cNvPr>
          <p:cNvSpPr txBox="1"/>
          <p:nvPr/>
        </p:nvSpPr>
        <p:spPr>
          <a:xfrm>
            <a:off x="1255596" y="2805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Séparation de X0R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E594E68-128B-46A4-94BF-08BB83064627}"/>
              </a:ext>
            </a:extLst>
          </p:cNvPr>
          <p:cNvSpPr txBox="1"/>
          <p:nvPr/>
        </p:nvSpPr>
        <p:spPr>
          <a:xfrm>
            <a:off x="2559320" y="5733373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graphicFrame>
        <p:nvGraphicFramePr>
          <p:cNvPr id="116" name="Table 2">
            <a:extLst>
              <a:ext uri="{FF2B5EF4-FFF2-40B4-BE49-F238E27FC236}">
                <a16:creationId xmlns:a16="http://schemas.microsoft.com/office/drawing/2014/main" id="{6AB2BC1C-5DE8-4638-90B6-95BFFE5B9C52}"/>
              </a:ext>
            </a:extLst>
          </p:cNvPr>
          <p:cNvGraphicFramePr>
            <a:graphicFrameLocks noGrp="1"/>
          </p:cNvGraphicFramePr>
          <p:nvPr/>
        </p:nvGraphicFramePr>
        <p:xfrm>
          <a:off x="1730078" y="883060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AF5132C0-8854-4257-8F0D-4388839924C4}"/>
              </a:ext>
            </a:extLst>
          </p:cNvPr>
          <p:cNvSpPr/>
          <p:nvPr/>
        </p:nvSpPr>
        <p:spPr>
          <a:xfrm>
            <a:off x="1089055" y="123805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2D6945-7DE6-4916-A98E-65FDC126F697}"/>
              </a:ext>
            </a:extLst>
          </p:cNvPr>
          <p:cNvSpPr/>
          <p:nvPr/>
        </p:nvSpPr>
        <p:spPr>
          <a:xfrm>
            <a:off x="1079628" y="1616905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15566E-921E-4490-AD72-EEC703354E51}"/>
              </a:ext>
            </a:extLst>
          </p:cNvPr>
          <p:cNvCxnSpPr/>
          <p:nvPr/>
        </p:nvCxnSpPr>
        <p:spPr>
          <a:xfrm>
            <a:off x="4396032" y="2134151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AC1E38B6-CC0A-43CD-85F0-4108CE89BD9C}"/>
              </a:ext>
            </a:extLst>
          </p:cNvPr>
          <p:cNvSpPr/>
          <p:nvPr/>
        </p:nvSpPr>
        <p:spPr>
          <a:xfrm>
            <a:off x="4565716" y="115376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1DC1D98-E2A0-4613-9D37-57B68160F588}"/>
              </a:ext>
            </a:extLst>
          </p:cNvPr>
          <p:cNvSpPr/>
          <p:nvPr/>
        </p:nvSpPr>
        <p:spPr>
          <a:xfrm>
            <a:off x="5434553" y="1153755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40989-742D-4D77-9977-5D792CE7EB48}"/>
              </a:ext>
            </a:extLst>
          </p:cNvPr>
          <p:cNvSpPr/>
          <p:nvPr/>
        </p:nvSpPr>
        <p:spPr>
          <a:xfrm>
            <a:off x="5434552" y="1879628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B16C54A-279C-4328-830C-31313C803CA2}"/>
              </a:ext>
            </a:extLst>
          </p:cNvPr>
          <p:cNvSpPr/>
          <p:nvPr/>
        </p:nvSpPr>
        <p:spPr>
          <a:xfrm>
            <a:off x="4565716" y="1870210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266743-0C6D-488B-B832-A96D3D67C915}"/>
              </a:ext>
            </a:extLst>
          </p:cNvPr>
          <p:cNvSpPr txBox="1"/>
          <p:nvPr/>
        </p:nvSpPr>
        <p:spPr>
          <a:xfrm>
            <a:off x="4565716" y="2207209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56090D-C757-4138-AC25-AE8E1D6EC8F3}"/>
              </a:ext>
            </a:extLst>
          </p:cNvPr>
          <p:cNvSpPr txBox="1"/>
          <p:nvPr/>
        </p:nvSpPr>
        <p:spPr>
          <a:xfrm>
            <a:off x="5392130" y="22072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0211A4B-F53E-4E30-BF67-082CE6AE1CE0}"/>
              </a:ext>
            </a:extLst>
          </p:cNvPr>
          <p:cNvCxnSpPr>
            <a:cxnSpLocks/>
          </p:cNvCxnSpPr>
          <p:nvPr/>
        </p:nvCxnSpPr>
        <p:spPr>
          <a:xfrm flipV="1">
            <a:off x="4408599" y="883060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BDB37-6831-421C-9D4B-0A0AA5D0FC94}"/>
              </a:ext>
            </a:extLst>
          </p:cNvPr>
          <p:cNvSpPr txBox="1"/>
          <p:nvPr/>
        </p:nvSpPr>
        <p:spPr>
          <a:xfrm>
            <a:off x="4030746" y="183787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50F4A87-52D6-464A-A0AC-0C4D59C86706}"/>
              </a:ext>
            </a:extLst>
          </p:cNvPr>
          <p:cNvSpPr txBox="1"/>
          <p:nvPr/>
        </p:nvSpPr>
        <p:spPr>
          <a:xfrm>
            <a:off x="4059027" y="11246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17073F-39F0-4ABF-BAB4-C45322C1B213}"/>
              </a:ext>
            </a:extLst>
          </p:cNvPr>
          <p:cNvSpPr/>
          <p:nvPr/>
        </p:nvSpPr>
        <p:spPr>
          <a:xfrm>
            <a:off x="294511" y="1334377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CD7F8B-BDB4-4C5F-AC8B-D0F9C7336072}"/>
              </a:ext>
            </a:extLst>
          </p:cNvPr>
          <p:cNvSpPr txBox="1"/>
          <p:nvPr/>
        </p:nvSpPr>
        <p:spPr>
          <a:xfrm>
            <a:off x="6308105" y="1183126"/>
            <a:ext cx="588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On peut utiliser plus qu’une ligne pour faire la séparation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5B35B-7DBB-4AF5-B054-88818A48C3A5}"/>
              </a:ext>
            </a:extLst>
          </p:cNvPr>
          <p:cNvCxnSpPr>
            <a:cxnSpLocks/>
          </p:cNvCxnSpPr>
          <p:nvPr/>
        </p:nvCxnSpPr>
        <p:spPr>
          <a:xfrm flipH="1">
            <a:off x="4189432" y="930412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EF7F3-4901-4324-B0A3-7B78CA97ABD3}"/>
              </a:ext>
            </a:extLst>
          </p:cNvPr>
          <p:cNvCxnSpPr>
            <a:cxnSpLocks/>
          </p:cNvCxnSpPr>
          <p:nvPr/>
        </p:nvCxnSpPr>
        <p:spPr>
          <a:xfrm flipH="1">
            <a:off x="4910605" y="1124627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8645B7C-DAA3-4280-9F89-9CB3020048FA}"/>
              </a:ext>
            </a:extLst>
          </p:cNvPr>
          <p:cNvCxnSpPr>
            <a:cxnSpLocks/>
          </p:cNvCxnSpPr>
          <p:nvPr/>
        </p:nvCxnSpPr>
        <p:spPr>
          <a:xfrm flipH="1">
            <a:off x="1648355" y="943531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4C2B8B-C723-4220-894B-DD4AEB740BE1}"/>
              </a:ext>
            </a:extLst>
          </p:cNvPr>
          <p:cNvCxnSpPr>
            <a:cxnSpLocks/>
          </p:cNvCxnSpPr>
          <p:nvPr/>
        </p:nvCxnSpPr>
        <p:spPr>
          <a:xfrm flipH="1">
            <a:off x="2341247" y="1153755"/>
            <a:ext cx="1121119" cy="144545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BD5DB-5C9D-4995-814C-9AEBCAC36570}"/>
              </a:ext>
            </a:extLst>
          </p:cNvPr>
          <p:cNvCxnSpPr/>
          <p:nvPr/>
        </p:nvCxnSpPr>
        <p:spPr>
          <a:xfrm>
            <a:off x="4519856" y="451541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EFBC5D9-6EBD-4C6E-ABFA-E513639E85A0}"/>
              </a:ext>
            </a:extLst>
          </p:cNvPr>
          <p:cNvSpPr/>
          <p:nvPr/>
        </p:nvSpPr>
        <p:spPr>
          <a:xfrm>
            <a:off x="4689540" y="353503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056A15-DB4D-407D-9E7C-D09823BA47B2}"/>
              </a:ext>
            </a:extLst>
          </p:cNvPr>
          <p:cNvSpPr/>
          <p:nvPr/>
        </p:nvSpPr>
        <p:spPr>
          <a:xfrm>
            <a:off x="5558377" y="353502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BAF385-DDAA-4147-BEC5-9DD9DA2D1C42}"/>
              </a:ext>
            </a:extLst>
          </p:cNvPr>
          <p:cNvSpPr/>
          <p:nvPr/>
        </p:nvSpPr>
        <p:spPr>
          <a:xfrm>
            <a:off x="5558376" y="426089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3B2744-AC93-4D3C-9821-B14677A83321}"/>
              </a:ext>
            </a:extLst>
          </p:cNvPr>
          <p:cNvSpPr/>
          <p:nvPr/>
        </p:nvSpPr>
        <p:spPr>
          <a:xfrm>
            <a:off x="4689540" y="4251476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8AD34-75C3-4887-8F8C-4AE8B04BE5AE}"/>
              </a:ext>
            </a:extLst>
          </p:cNvPr>
          <p:cNvSpPr txBox="1"/>
          <p:nvPr/>
        </p:nvSpPr>
        <p:spPr>
          <a:xfrm>
            <a:off x="4689540" y="458847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D6959-2D8B-4606-B0E6-3EC35512D318}"/>
              </a:ext>
            </a:extLst>
          </p:cNvPr>
          <p:cNvSpPr txBox="1"/>
          <p:nvPr/>
        </p:nvSpPr>
        <p:spPr>
          <a:xfrm>
            <a:off x="5515954" y="458848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E9C13F-5130-4B1D-A8C4-14B5D9B5A142}"/>
              </a:ext>
            </a:extLst>
          </p:cNvPr>
          <p:cNvCxnSpPr>
            <a:cxnSpLocks/>
          </p:cNvCxnSpPr>
          <p:nvPr/>
        </p:nvCxnSpPr>
        <p:spPr>
          <a:xfrm flipV="1">
            <a:off x="4532423" y="326432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945C36-5FFB-4DE7-B33C-698B94E72F6A}"/>
              </a:ext>
            </a:extLst>
          </p:cNvPr>
          <p:cNvSpPr txBox="1"/>
          <p:nvPr/>
        </p:nvSpPr>
        <p:spPr>
          <a:xfrm>
            <a:off x="4154570" y="421914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333A2-A2F5-42D9-B577-483C07BF419B}"/>
              </a:ext>
            </a:extLst>
          </p:cNvPr>
          <p:cNvSpPr txBox="1"/>
          <p:nvPr/>
        </p:nvSpPr>
        <p:spPr>
          <a:xfrm>
            <a:off x="4182851" y="350589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371FA-BFE6-47AE-B9EF-53A6B2C2EB2E}"/>
              </a:ext>
            </a:extLst>
          </p:cNvPr>
          <p:cNvCxnSpPr>
            <a:cxnSpLocks/>
          </p:cNvCxnSpPr>
          <p:nvPr/>
        </p:nvCxnSpPr>
        <p:spPr>
          <a:xfrm flipH="1">
            <a:off x="4154570" y="4022076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7A2B6A-80D7-4A12-9F99-C4E00D2FED29}"/>
              </a:ext>
            </a:extLst>
          </p:cNvPr>
          <p:cNvCxnSpPr>
            <a:cxnSpLocks/>
          </p:cNvCxnSpPr>
          <p:nvPr/>
        </p:nvCxnSpPr>
        <p:spPr>
          <a:xfrm>
            <a:off x="5205884" y="3045991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740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1039808" y="1188611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761584" y="1057393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159274" y="18152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220544" y="85781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149584" y="82339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292969" y="181364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771274" y="1549906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</p:cNvCxnSpPr>
          <p:nvPr/>
        </p:nvCxnSpPr>
        <p:spPr>
          <a:xfrm flipV="1">
            <a:off x="1938470" y="1588740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2018131" y="1129569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1" name="Ellipse 155">
            <a:extLst>
              <a:ext uri="{FF2B5EF4-FFF2-40B4-BE49-F238E27FC236}">
                <a16:creationId xmlns:a16="http://schemas.microsoft.com/office/drawing/2014/main" id="{093726A5-D70A-4D2A-901B-72F5FD6A3453}"/>
              </a:ext>
            </a:extLst>
          </p:cNvPr>
          <p:cNvSpPr/>
          <p:nvPr/>
        </p:nvSpPr>
        <p:spPr>
          <a:xfrm>
            <a:off x="4069114" y="1130203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967BD697-D83E-4FE4-A8DB-A836AA6B1DE3}"/>
              </a:ext>
            </a:extLst>
          </p:cNvPr>
          <p:cNvCxnSpPr>
            <a:cxnSpLocks/>
            <a:stCxn id="155" idx="6"/>
            <a:endCxn id="151" idx="2"/>
          </p:cNvCxnSpPr>
          <p:nvPr/>
        </p:nvCxnSpPr>
        <p:spPr>
          <a:xfrm>
            <a:off x="3790890" y="998985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67">
            <a:extLst>
              <a:ext uri="{FF2B5EF4-FFF2-40B4-BE49-F238E27FC236}">
                <a16:creationId xmlns:a16="http://schemas.microsoft.com/office/drawing/2014/main" id="{1FAE9F8C-53B1-4319-A5BE-4173D9820298}"/>
              </a:ext>
            </a:extLst>
          </p:cNvPr>
          <p:cNvSpPr/>
          <p:nvPr/>
        </p:nvSpPr>
        <p:spPr>
          <a:xfrm>
            <a:off x="3188580" y="17568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2E53C0-02F6-4737-87BB-FD6650013965}"/>
              </a:ext>
            </a:extLst>
          </p:cNvPr>
          <p:cNvSpPr/>
          <p:nvPr/>
        </p:nvSpPr>
        <p:spPr>
          <a:xfrm>
            <a:off x="3249850" y="7994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5" name="Ellipse 151">
            <a:extLst>
              <a:ext uri="{FF2B5EF4-FFF2-40B4-BE49-F238E27FC236}">
                <a16:creationId xmlns:a16="http://schemas.microsoft.com/office/drawing/2014/main" id="{923FB272-029B-4DE9-9322-356EC685CFE4}"/>
              </a:ext>
            </a:extLst>
          </p:cNvPr>
          <p:cNvSpPr/>
          <p:nvPr/>
        </p:nvSpPr>
        <p:spPr>
          <a:xfrm>
            <a:off x="3178890" y="7649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C83D3E1-6C60-4238-BDF4-378EA67524FF}"/>
              </a:ext>
            </a:extLst>
          </p:cNvPr>
          <p:cNvSpPr/>
          <p:nvPr/>
        </p:nvSpPr>
        <p:spPr>
          <a:xfrm>
            <a:off x="3322275" y="175524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7" name="Connecteur droit 4">
            <a:extLst>
              <a:ext uri="{FF2B5EF4-FFF2-40B4-BE49-F238E27FC236}">
                <a16:creationId xmlns:a16="http://schemas.microsoft.com/office/drawing/2014/main" id="{5049B0B3-A7B5-49B6-887F-D7771F704F2D}"/>
              </a:ext>
            </a:extLst>
          </p:cNvPr>
          <p:cNvCxnSpPr>
            <a:cxnSpLocks/>
            <a:stCxn id="153" idx="6"/>
            <a:endCxn id="151" idx="2"/>
          </p:cNvCxnSpPr>
          <p:nvPr/>
        </p:nvCxnSpPr>
        <p:spPr>
          <a:xfrm flipV="1">
            <a:off x="3800580" y="1491498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6">
            <a:extLst>
              <a:ext uri="{FF2B5EF4-FFF2-40B4-BE49-F238E27FC236}">
                <a16:creationId xmlns:a16="http://schemas.microsoft.com/office/drawing/2014/main" id="{01A42D40-614F-4C90-BBE4-907BEAE4EF50}"/>
              </a:ext>
            </a:extLst>
          </p:cNvPr>
          <p:cNvCxnSpPr>
            <a:cxnSpLocks/>
          </p:cNvCxnSpPr>
          <p:nvPr/>
        </p:nvCxnSpPr>
        <p:spPr>
          <a:xfrm flipV="1">
            <a:off x="4967776" y="15303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71">
            <a:extLst>
              <a:ext uri="{FF2B5EF4-FFF2-40B4-BE49-F238E27FC236}">
                <a16:creationId xmlns:a16="http://schemas.microsoft.com/office/drawing/2014/main" id="{CF6F3138-31A9-41BA-8403-FE62528D69A7}"/>
              </a:ext>
            </a:extLst>
          </p:cNvPr>
          <p:cNvSpPr txBox="1"/>
          <p:nvPr/>
        </p:nvSpPr>
        <p:spPr>
          <a:xfrm>
            <a:off x="5047437" y="107116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0" name="Ellipse 155">
            <a:extLst>
              <a:ext uri="{FF2B5EF4-FFF2-40B4-BE49-F238E27FC236}">
                <a16:creationId xmlns:a16="http://schemas.microsoft.com/office/drawing/2014/main" id="{EDD1FEA5-27DE-46F3-854B-0FC93DEE6306}"/>
              </a:ext>
            </a:extLst>
          </p:cNvPr>
          <p:cNvSpPr/>
          <p:nvPr/>
        </p:nvSpPr>
        <p:spPr>
          <a:xfrm>
            <a:off x="7290824" y="108581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652A49C4-4538-49BF-B0B1-1AF36B64F3FB}"/>
              </a:ext>
            </a:extLst>
          </p:cNvPr>
          <p:cNvCxnSpPr>
            <a:cxnSpLocks/>
            <a:stCxn id="164" idx="6"/>
            <a:endCxn id="160" idx="2"/>
          </p:cNvCxnSpPr>
          <p:nvPr/>
        </p:nvCxnSpPr>
        <p:spPr>
          <a:xfrm>
            <a:off x="7012600" y="95460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Ellipse 167">
            <a:extLst>
              <a:ext uri="{FF2B5EF4-FFF2-40B4-BE49-F238E27FC236}">
                <a16:creationId xmlns:a16="http://schemas.microsoft.com/office/drawing/2014/main" id="{5A27E3F9-87AF-4267-9F7C-B13C720AFBFD}"/>
              </a:ext>
            </a:extLst>
          </p:cNvPr>
          <p:cNvSpPr/>
          <p:nvPr/>
        </p:nvSpPr>
        <p:spPr>
          <a:xfrm>
            <a:off x="6410290" y="17124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8C4E7DD-59C6-4135-A2A9-42E917305C0F}"/>
              </a:ext>
            </a:extLst>
          </p:cNvPr>
          <p:cNvSpPr/>
          <p:nvPr/>
        </p:nvSpPr>
        <p:spPr>
          <a:xfrm>
            <a:off x="6471560" y="75502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64" name="Ellipse 151">
            <a:extLst>
              <a:ext uri="{FF2B5EF4-FFF2-40B4-BE49-F238E27FC236}">
                <a16:creationId xmlns:a16="http://schemas.microsoft.com/office/drawing/2014/main" id="{67E992E7-465D-4D52-A75E-4C43E54B1DF9}"/>
              </a:ext>
            </a:extLst>
          </p:cNvPr>
          <p:cNvSpPr/>
          <p:nvPr/>
        </p:nvSpPr>
        <p:spPr>
          <a:xfrm>
            <a:off x="6400600" y="72060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1E4BED-60E8-4F59-97A2-9537653340F0}"/>
              </a:ext>
            </a:extLst>
          </p:cNvPr>
          <p:cNvSpPr/>
          <p:nvPr/>
        </p:nvSpPr>
        <p:spPr>
          <a:xfrm>
            <a:off x="6543985" y="171085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6" name="Connecteur droit 4">
            <a:extLst>
              <a:ext uri="{FF2B5EF4-FFF2-40B4-BE49-F238E27FC236}">
                <a16:creationId xmlns:a16="http://schemas.microsoft.com/office/drawing/2014/main" id="{97D780C8-750D-4335-9C0D-1F35EE9F0B7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7022290" y="144711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56">
            <a:extLst>
              <a:ext uri="{FF2B5EF4-FFF2-40B4-BE49-F238E27FC236}">
                <a16:creationId xmlns:a16="http://schemas.microsoft.com/office/drawing/2014/main" id="{E1C97CBC-23D5-4039-BB3C-4B206DFD0BC5}"/>
              </a:ext>
            </a:extLst>
          </p:cNvPr>
          <p:cNvCxnSpPr>
            <a:cxnSpLocks/>
          </p:cNvCxnSpPr>
          <p:nvPr/>
        </p:nvCxnSpPr>
        <p:spPr>
          <a:xfrm flipV="1">
            <a:off x="8189486" y="148594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71">
            <a:extLst>
              <a:ext uri="{FF2B5EF4-FFF2-40B4-BE49-F238E27FC236}">
                <a16:creationId xmlns:a16="http://schemas.microsoft.com/office/drawing/2014/main" id="{DB6397D2-0E94-4E86-931A-0B8E77D728A4}"/>
              </a:ext>
            </a:extLst>
          </p:cNvPr>
          <p:cNvSpPr txBox="1"/>
          <p:nvPr/>
        </p:nvSpPr>
        <p:spPr>
          <a:xfrm>
            <a:off x="8269147" y="102677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9" name="Ellipse 155">
            <a:extLst>
              <a:ext uri="{FF2B5EF4-FFF2-40B4-BE49-F238E27FC236}">
                <a16:creationId xmlns:a16="http://schemas.microsoft.com/office/drawing/2014/main" id="{5D949E45-0FB3-4ACF-8940-ED5E632760BC}"/>
              </a:ext>
            </a:extLst>
          </p:cNvPr>
          <p:cNvSpPr/>
          <p:nvPr/>
        </p:nvSpPr>
        <p:spPr>
          <a:xfrm>
            <a:off x="10418331" y="109269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70" name="Connecteur droit 4">
            <a:extLst>
              <a:ext uri="{FF2B5EF4-FFF2-40B4-BE49-F238E27FC236}">
                <a16:creationId xmlns:a16="http://schemas.microsoft.com/office/drawing/2014/main" id="{3E82FCB0-AF6A-4E1A-9AE6-670EB363FAA6}"/>
              </a:ext>
            </a:extLst>
          </p:cNvPr>
          <p:cNvCxnSpPr>
            <a:cxnSpLocks/>
            <a:stCxn id="173" idx="6"/>
            <a:endCxn id="169" idx="2"/>
          </p:cNvCxnSpPr>
          <p:nvPr/>
        </p:nvCxnSpPr>
        <p:spPr>
          <a:xfrm>
            <a:off x="10140107" y="96147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Ellipse 167">
            <a:extLst>
              <a:ext uri="{FF2B5EF4-FFF2-40B4-BE49-F238E27FC236}">
                <a16:creationId xmlns:a16="http://schemas.microsoft.com/office/drawing/2014/main" id="{C5735808-BA8D-4F25-B81A-2472374BBC0D}"/>
              </a:ext>
            </a:extLst>
          </p:cNvPr>
          <p:cNvSpPr/>
          <p:nvPr/>
        </p:nvSpPr>
        <p:spPr>
          <a:xfrm>
            <a:off x="9537797" y="17193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C2E2D4C-D1FE-4306-B44A-A6409F1E6886}"/>
              </a:ext>
            </a:extLst>
          </p:cNvPr>
          <p:cNvSpPr/>
          <p:nvPr/>
        </p:nvSpPr>
        <p:spPr>
          <a:xfrm>
            <a:off x="9599067" y="76190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3" name="Ellipse 151">
            <a:extLst>
              <a:ext uri="{FF2B5EF4-FFF2-40B4-BE49-F238E27FC236}">
                <a16:creationId xmlns:a16="http://schemas.microsoft.com/office/drawing/2014/main" id="{D5DD2EA7-4797-4D50-9D8E-EF497C95CD2F}"/>
              </a:ext>
            </a:extLst>
          </p:cNvPr>
          <p:cNvSpPr/>
          <p:nvPr/>
        </p:nvSpPr>
        <p:spPr>
          <a:xfrm>
            <a:off x="9528107" y="7274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B96C978-86C9-4332-AE76-AF19C191A516}"/>
              </a:ext>
            </a:extLst>
          </p:cNvPr>
          <p:cNvSpPr/>
          <p:nvPr/>
        </p:nvSpPr>
        <p:spPr>
          <a:xfrm>
            <a:off x="9671492" y="171773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5" name="Connecteur droit 4">
            <a:extLst>
              <a:ext uri="{FF2B5EF4-FFF2-40B4-BE49-F238E27FC236}">
                <a16:creationId xmlns:a16="http://schemas.microsoft.com/office/drawing/2014/main" id="{9541F5D0-0419-45DC-B161-E5F5FBFF1466}"/>
              </a:ext>
            </a:extLst>
          </p:cNvPr>
          <p:cNvCxnSpPr>
            <a:cxnSpLocks/>
            <a:stCxn id="171" idx="6"/>
            <a:endCxn id="169" idx="2"/>
          </p:cNvCxnSpPr>
          <p:nvPr/>
        </p:nvCxnSpPr>
        <p:spPr>
          <a:xfrm flipV="1">
            <a:off x="10149797" y="145399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56">
            <a:extLst>
              <a:ext uri="{FF2B5EF4-FFF2-40B4-BE49-F238E27FC236}">
                <a16:creationId xmlns:a16="http://schemas.microsoft.com/office/drawing/2014/main" id="{04FAF9CA-BE6A-42FB-8174-9D98799FBE6C}"/>
              </a:ext>
            </a:extLst>
          </p:cNvPr>
          <p:cNvCxnSpPr>
            <a:cxnSpLocks/>
          </p:cNvCxnSpPr>
          <p:nvPr/>
        </p:nvCxnSpPr>
        <p:spPr>
          <a:xfrm flipV="1">
            <a:off x="11316993" y="14928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1">
            <a:extLst>
              <a:ext uri="{FF2B5EF4-FFF2-40B4-BE49-F238E27FC236}">
                <a16:creationId xmlns:a16="http://schemas.microsoft.com/office/drawing/2014/main" id="{126FA318-0074-48D3-8F93-E302BBE7C9B5}"/>
              </a:ext>
            </a:extLst>
          </p:cNvPr>
          <p:cNvSpPr txBox="1"/>
          <p:nvPr/>
        </p:nvSpPr>
        <p:spPr>
          <a:xfrm>
            <a:off x="11396654" y="103365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8" name="Ellipse 155">
            <a:extLst>
              <a:ext uri="{FF2B5EF4-FFF2-40B4-BE49-F238E27FC236}">
                <a16:creationId xmlns:a16="http://schemas.microsoft.com/office/drawing/2014/main" id="{979F9322-6413-4DAF-8D87-721CB035E8AD}"/>
              </a:ext>
            </a:extLst>
          </p:cNvPr>
          <p:cNvSpPr/>
          <p:nvPr/>
        </p:nvSpPr>
        <p:spPr>
          <a:xfrm>
            <a:off x="1039808" y="315476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79" name="Connecteur droit 4">
            <a:extLst>
              <a:ext uri="{FF2B5EF4-FFF2-40B4-BE49-F238E27FC236}">
                <a16:creationId xmlns:a16="http://schemas.microsoft.com/office/drawing/2014/main" id="{153E1044-7E2D-487E-A1DB-A5ECCC286C78}"/>
              </a:ext>
            </a:extLst>
          </p:cNvPr>
          <p:cNvCxnSpPr>
            <a:cxnSpLocks/>
            <a:stCxn id="182" idx="6"/>
            <a:endCxn id="178" idx="2"/>
          </p:cNvCxnSpPr>
          <p:nvPr/>
        </p:nvCxnSpPr>
        <p:spPr>
          <a:xfrm>
            <a:off x="761584" y="302355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67">
            <a:extLst>
              <a:ext uri="{FF2B5EF4-FFF2-40B4-BE49-F238E27FC236}">
                <a16:creationId xmlns:a16="http://schemas.microsoft.com/office/drawing/2014/main" id="{B0839600-9ED5-4394-B029-61AA47EB8CB5}"/>
              </a:ext>
            </a:extLst>
          </p:cNvPr>
          <p:cNvSpPr/>
          <p:nvPr/>
        </p:nvSpPr>
        <p:spPr>
          <a:xfrm>
            <a:off x="159274" y="37814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2301ED-A30A-4233-96C8-4D44034D9172}"/>
              </a:ext>
            </a:extLst>
          </p:cNvPr>
          <p:cNvSpPr/>
          <p:nvPr/>
        </p:nvSpPr>
        <p:spPr>
          <a:xfrm>
            <a:off x="220544" y="282397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82" name="Ellipse 151">
            <a:extLst>
              <a:ext uri="{FF2B5EF4-FFF2-40B4-BE49-F238E27FC236}">
                <a16:creationId xmlns:a16="http://schemas.microsoft.com/office/drawing/2014/main" id="{8151A1C4-3EEB-4E91-9DCA-46F015F27092}"/>
              </a:ext>
            </a:extLst>
          </p:cNvPr>
          <p:cNvSpPr/>
          <p:nvPr/>
        </p:nvSpPr>
        <p:spPr>
          <a:xfrm>
            <a:off x="149584" y="278955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A1CA5B-CDD5-457B-8BA0-91BFAD7D93BE}"/>
              </a:ext>
            </a:extLst>
          </p:cNvPr>
          <p:cNvSpPr/>
          <p:nvPr/>
        </p:nvSpPr>
        <p:spPr>
          <a:xfrm>
            <a:off x="292969" y="377980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4" name="Connecteur droit 4">
            <a:extLst>
              <a:ext uri="{FF2B5EF4-FFF2-40B4-BE49-F238E27FC236}">
                <a16:creationId xmlns:a16="http://schemas.microsoft.com/office/drawing/2014/main" id="{57CDA9AB-A195-45A8-BB78-8239DBE3AD6A}"/>
              </a:ext>
            </a:extLst>
          </p:cNvPr>
          <p:cNvCxnSpPr>
            <a:cxnSpLocks/>
            <a:stCxn id="180" idx="6"/>
            <a:endCxn id="178" idx="2"/>
          </p:cNvCxnSpPr>
          <p:nvPr/>
        </p:nvCxnSpPr>
        <p:spPr>
          <a:xfrm flipV="1">
            <a:off x="771274" y="351606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56">
            <a:extLst>
              <a:ext uri="{FF2B5EF4-FFF2-40B4-BE49-F238E27FC236}">
                <a16:creationId xmlns:a16="http://schemas.microsoft.com/office/drawing/2014/main" id="{59F74AF3-5699-49A7-A34D-32BE0140C2E8}"/>
              </a:ext>
            </a:extLst>
          </p:cNvPr>
          <p:cNvCxnSpPr>
            <a:cxnSpLocks/>
          </p:cNvCxnSpPr>
          <p:nvPr/>
        </p:nvCxnSpPr>
        <p:spPr>
          <a:xfrm flipV="1">
            <a:off x="1938470" y="355489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ZoneTexte 171">
            <a:extLst>
              <a:ext uri="{FF2B5EF4-FFF2-40B4-BE49-F238E27FC236}">
                <a16:creationId xmlns:a16="http://schemas.microsoft.com/office/drawing/2014/main" id="{C43C33F0-C5E2-40B2-891D-67BB8426EFDE}"/>
              </a:ext>
            </a:extLst>
          </p:cNvPr>
          <p:cNvSpPr txBox="1"/>
          <p:nvPr/>
        </p:nvSpPr>
        <p:spPr>
          <a:xfrm>
            <a:off x="2018131" y="309572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7" name="Ellipse 155">
            <a:extLst>
              <a:ext uri="{FF2B5EF4-FFF2-40B4-BE49-F238E27FC236}">
                <a16:creationId xmlns:a16="http://schemas.microsoft.com/office/drawing/2014/main" id="{F0AA38AB-AB0C-4C3D-97CA-15592A855223}"/>
              </a:ext>
            </a:extLst>
          </p:cNvPr>
          <p:cNvSpPr/>
          <p:nvPr/>
        </p:nvSpPr>
        <p:spPr>
          <a:xfrm>
            <a:off x="4069114" y="3096360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88" name="Connecteur droit 4">
            <a:extLst>
              <a:ext uri="{FF2B5EF4-FFF2-40B4-BE49-F238E27FC236}">
                <a16:creationId xmlns:a16="http://schemas.microsoft.com/office/drawing/2014/main" id="{F9EF7909-51B2-411B-8CD6-095034AB074A}"/>
              </a:ext>
            </a:extLst>
          </p:cNvPr>
          <p:cNvCxnSpPr>
            <a:cxnSpLocks/>
            <a:stCxn id="191" idx="6"/>
            <a:endCxn id="187" idx="2"/>
          </p:cNvCxnSpPr>
          <p:nvPr/>
        </p:nvCxnSpPr>
        <p:spPr>
          <a:xfrm>
            <a:off x="3790890" y="2965142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Ellipse 167">
            <a:extLst>
              <a:ext uri="{FF2B5EF4-FFF2-40B4-BE49-F238E27FC236}">
                <a16:creationId xmlns:a16="http://schemas.microsoft.com/office/drawing/2014/main" id="{5553AFEB-0F7F-4B57-9D8B-4072A84E78F8}"/>
              </a:ext>
            </a:extLst>
          </p:cNvPr>
          <p:cNvSpPr/>
          <p:nvPr/>
        </p:nvSpPr>
        <p:spPr>
          <a:xfrm>
            <a:off x="3188580" y="37230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FF4DAA3-4678-4E7B-B76B-1216BF3148E7}"/>
              </a:ext>
            </a:extLst>
          </p:cNvPr>
          <p:cNvSpPr/>
          <p:nvPr/>
        </p:nvSpPr>
        <p:spPr>
          <a:xfrm>
            <a:off x="3249850" y="276556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91" name="Ellipse 151">
            <a:extLst>
              <a:ext uri="{FF2B5EF4-FFF2-40B4-BE49-F238E27FC236}">
                <a16:creationId xmlns:a16="http://schemas.microsoft.com/office/drawing/2014/main" id="{F0AB6436-B3BF-4DEC-B644-2B20FD9F6939}"/>
              </a:ext>
            </a:extLst>
          </p:cNvPr>
          <p:cNvSpPr/>
          <p:nvPr/>
        </p:nvSpPr>
        <p:spPr>
          <a:xfrm>
            <a:off x="3178890" y="27311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803CE90-B435-47AF-9EBD-5C0FFF53A15C}"/>
              </a:ext>
            </a:extLst>
          </p:cNvPr>
          <p:cNvSpPr/>
          <p:nvPr/>
        </p:nvSpPr>
        <p:spPr>
          <a:xfrm>
            <a:off x="3322275" y="37213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3" name="Connecteur droit 4">
            <a:extLst>
              <a:ext uri="{FF2B5EF4-FFF2-40B4-BE49-F238E27FC236}">
                <a16:creationId xmlns:a16="http://schemas.microsoft.com/office/drawing/2014/main" id="{58CF5B83-2DD3-4101-B3AE-E0394007A11F}"/>
              </a:ext>
            </a:extLst>
          </p:cNvPr>
          <p:cNvCxnSpPr>
            <a:cxnSpLocks/>
            <a:stCxn id="189" idx="6"/>
            <a:endCxn id="187" idx="2"/>
          </p:cNvCxnSpPr>
          <p:nvPr/>
        </p:nvCxnSpPr>
        <p:spPr>
          <a:xfrm flipV="1">
            <a:off x="3800580" y="3457655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avec flèche 156">
            <a:extLst>
              <a:ext uri="{FF2B5EF4-FFF2-40B4-BE49-F238E27FC236}">
                <a16:creationId xmlns:a16="http://schemas.microsoft.com/office/drawing/2014/main" id="{F2515EC2-452A-4516-BEFB-A9264874B805}"/>
              </a:ext>
            </a:extLst>
          </p:cNvPr>
          <p:cNvCxnSpPr>
            <a:cxnSpLocks/>
          </p:cNvCxnSpPr>
          <p:nvPr/>
        </p:nvCxnSpPr>
        <p:spPr>
          <a:xfrm flipV="1">
            <a:off x="4967776" y="34964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ZoneTexte 171">
            <a:extLst>
              <a:ext uri="{FF2B5EF4-FFF2-40B4-BE49-F238E27FC236}">
                <a16:creationId xmlns:a16="http://schemas.microsoft.com/office/drawing/2014/main" id="{7275BC09-DCEC-43D7-A6B5-0A61C448CB0D}"/>
              </a:ext>
            </a:extLst>
          </p:cNvPr>
          <p:cNvSpPr txBox="1"/>
          <p:nvPr/>
        </p:nvSpPr>
        <p:spPr>
          <a:xfrm>
            <a:off x="5047437" y="3037318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96" name="Ellipse 155">
            <a:extLst>
              <a:ext uri="{FF2B5EF4-FFF2-40B4-BE49-F238E27FC236}">
                <a16:creationId xmlns:a16="http://schemas.microsoft.com/office/drawing/2014/main" id="{E7791AD9-209F-445E-BB6B-8C32D5C0604E}"/>
              </a:ext>
            </a:extLst>
          </p:cNvPr>
          <p:cNvSpPr/>
          <p:nvPr/>
        </p:nvSpPr>
        <p:spPr>
          <a:xfrm>
            <a:off x="7290824" y="305197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7" name="Connecteur droit 4">
            <a:extLst>
              <a:ext uri="{FF2B5EF4-FFF2-40B4-BE49-F238E27FC236}">
                <a16:creationId xmlns:a16="http://schemas.microsoft.com/office/drawing/2014/main" id="{F1DEBE19-19E3-41B5-A5BB-14F8C38A1316}"/>
              </a:ext>
            </a:extLst>
          </p:cNvPr>
          <p:cNvCxnSpPr>
            <a:cxnSpLocks/>
            <a:stCxn id="200" idx="6"/>
            <a:endCxn id="196" idx="2"/>
          </p:cNvCxnSpPr>
          <p:nvPr/>
        </p:nvCxnSpPr>
        <p:spPr>
          <a:xfrm>
            <a:off x="7012600" y="292075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Ellipse 167">
            <a:extLst>
              <a:ext uri="{FF2B5EF4-FFF2-40B4-BE49-F238E27FC236}">
                <a16:creationId xmlns:a16="http://schemas.microsoft.com/office/drawing/2014/main" id="{82BBF7BB-E437-4C7F-A065-3AD86F1670F6}"/>
              </a:ext>
            </a:extLst>
          </p:cNvPr>
          <p:cNvSpPr/>
          <p:nvPr/>
        </p:nvSpPr>
        <p:spPr>
          <a:xfrm>
            <a:off x="6410290" y="367864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2F28A91-C2FB-49F0-A3C7-C1EC0A596C8A}"/>
              </a:ext>
            </a:extLst>
          </p:cNvPr>
          <p:cNvSpPr/>
          <p:nvPr/>
        </p:nvSpPr>
        <p:spPr>
          <a:xfrm>
            <a:off x="6471560" y="272118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0" name="Ellipse 151">
            <a:extLst>
              <a:ext uri="{FF2B5EF4-FFF2-40B4-BE49-F238E27FC236}">
                <a16:creationId xmlns:a16="http://schemas.microsoft.com/office/drawing/2014/main" id="{34E41CAD-2071-4D6F-8757-879A3AC0DBD7}"/>
              </a:ext>
            </a:extLst>
          </p:cNvPr>
          <p:cNvSpPr/>
          <p:nvPr/>
        </p:nvSpPr>
        <p:spPr>
          <a:xfrm>
            <a:off x="6400600" y="26867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93CC7D-FAE3-4C52-B975-2504E248BE33}"/>
              </a:ext>
            </a:extLst>
          </p:cNvPr>
          <p:cNvSpPr/>
          <p:nvPr/>
        </p:nvSpPr>
        <p:spPr>
          <a:xfrm>
            <a:off x="6543985" y="367701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2" name="Connecteur droit 4">
            <a:extLst>
              <a:ext uri="{FF2B5EF4-FFF2-40B4-BE49-F238E27FC236}">
                <a16:creationId xmlns:a16="http://schemas.microsoft.com/office/drawing/2014/main" id="{968638E1-A5DA-41D6-A538-544EBF63E28C}"/>
              </a:ext>
            </a:extLst>
          </p:cNvPr>
          <p:cNvCxnSpPr>
            <a:cxnSpLocks/>
            <a:stCxn id="198" idx="6"/>
            <a:endCxn id="196" idx="2"/>
          </p:cNvCxnSpPr>
          <p:nvPr/>
        </p:nvCxnSpPr>
        <p:spPr>
          <a:xfrm flipV="1">
            <a:off x="7022290" y="341327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156">
            <a:extLst>
              <a:ext uri="{FF2B5EF4-FFF2-40B4-BE49-F238E27FC236}">
                <a16:creationId xmlns:a16="http://schemas.microsoft.com/office/drawing/2014/main" id="{4A25C275-F316-43D5-BF16-28B90BBA515D}"/>
              </a:ext>
            </a:extLst>
          </p:cNvPr>
          <p:cNvCxnSpPr>
            <a:cxnSpLocks/>
          </p:cNvCxnSpPr>
          <p:nvPr/>
        </p:nvCxnSpPr>
        <p:spPr>
          <a:xfrm flipV="1">
            <a:off x="8189486" y="345210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ZoneTexte 171">
            <a:extLst>
              <a:ext uri="{FF2B5EF4-FFF2-40B4-BE49-F238E27FC236}">
                <a16:creationId xmlns:a16="http://schemas.microsoft.com/office/drawing/2014/main" id="{56C5CFBD-9B9B-4084-BAF9-C88A752504D3}"/>
              </a:ext>
            </a:extLst>
          </p:cNvPr>
          <p:cNvSpPr txBox="1"/>
          <p:nvPr/>
        </p:nvSpPr>
        <p:spPr>
          <a:xfrm>
            <a:off x="8269147" y="299293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05" name="Ellipse 155">
            <a:extLst>
              <a:ext uri="{FF2B5EF4-FFF2-40B4-BE49-F238E27FC236}">
                <a16:creationId xmlns:a16="http://schemas.microsoft.com/office/drawing/2014/main" id="{F8A440C2-3D0F-4AB4-B9F2-30115F307645}"/>
              </a:ext>
            </a:extLst>
          </p:cNvPr>
          <p:cNvSpPr/>
          <p:nvPr/>
        </p:nvSpPr>
        <p:spPr>
          <a:xfrm>
            <a:off x="10418331" y="3058852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06" name="Connecteur droit 4">
            <a:extLst>
              <a:ext uri="{FF2B5EF4-FFF2-40B4-BE49-F238E27FC236}">
                <a16:creationId xmlns:a16="http://schemas.microsoft.com/office/drawing/2014/main" id="{75421694-0498-43A3-8350-273CA0D0D1E6}"/>
              </a:ext>
            </a:extLst>
          </p:cNvPr>
          <p:cNvCxnSpPr>
            <a:cxnSpLocks/>
            <a:stCxn id="209" idx="6"/>
            <a:endCxn id="205" idx="2"/>
          </p:cNvCxnSpPr>
          <p:nvPr/>
        </p:nvCxnSpPr>
        <p:spPr>
          <a:xfrm>
            <a:off x="10140107" y="2927634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Ellipse 167">
            <a:extLst>
              <a:ext uri="{FF2B5EF4-FFF2-40B4-BE49-F238E27FC236}">
                <a16:creationId xmlns:a16="http://schemas.microsoft.com/office/drawing/2014/main" id="{6CC89C2F-093C-4D7B-83CD-EC98BE9A4382}"/>
              </a:ext>
            </a:extLst>
          </p:cNvPr>
          <p:cNvSpPr/>
          <p:nvPr/>
        </p:nvSpPr>
        <p:spPr>
          <a:xfrm>
            <a:off x="9537797" y="368552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EEC2457-5FC0-4B44-8035-D4F44F733544}"/>
              </a:ext>
            </a:extLst>
          </p:cNvPr>
          <p:cNvSpPr/>
          <p:nvPr/>
        </p:nvSpPr>
        <p:spPr>
          <a:xfrm>
            <a:off x="9599067" y="272805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09" name="Ellipse 151">
            <a:extLst>
              <a:ext uri="{FF2B5EF4-FFF2-40B4-BE49-F238E27FC236}">
                <a16:creationId xmlns:a16="http://schemas.microsoft.com/office/drawing/2014/main" id="{A883A1AA-441F-4313-99FB-DD89CB34E96A}"/>
              </a:ext>
            </a:extLst>
          </p:cNvPr>
          <p:cNvSpPr/>
          <p:nvPr/>
        </p:nvSpPr>
        <p:spPr>
          <a:xfrm>
            <a:off x="9528107" y="26936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579D671-82AF-4EC7-96E7-F3B5E0CDB524}"/>
              </a:ext>
            </a:extLst>
          </p:cNvPr>
          <p:cNvSpPr/>
          <p:nvPr/>
        </p:nvSpPr>
        <p:spPr>
          <a:xfrm>
            <a:off x="9671492" y="368389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1" name="Connecteur droit 4">
            <a:extLst>
              <a:ext uri="{FF2B5EF4-FFF2-40B4-BE49-F238E27FC236}">
                <a16:creationId xmlns:a16="http://schemas.microsoft.com/office/drawing/2014/main" id="{0FD975B2-B63B-451F-9924-DE84B1952892}"/>
              </a:ext>
            </a:extLst>
          </p:cNvPr>
          <p:cNvCxnSpPr>
            <a:cxnSpLocks/>
            <a:stCxn id="207" idx="6"/>
            <a:endCxn id="205" idx="2"/>
          </p:cNvCxnSpPr>
          <p:nvPr/>
        </p:nvCxnSpPr>
        <p:spPr>
          <a:xfrm flipV="1">
            <a:off x="10149797" y="3420147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156">
            <a:extLst>
              <a:ext uri="{FF2B5EF4-FFF2-40B4-BE49-F238E27FC236}">
                <a16:creationId xmlns:a16="http://schemas.microsoft.com/office/drawing/2014/main" id="{AEE6204C-FC57-4EC5-93CF-9515B0582A82}"/>
              </a:ext>
            </a:extLst>
          </p:cNvPr>
          <p:cNvCxnSpPr>
            <a:cxnSpLocks/>
          </p:cNvCxnSpPr>
          <p:nvPr/>
        </p:nvCxnSpPr>
        <p:spPr>
          <a:xfrm flipV="1">
            <a:off x="11316993" y="345898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171">
            <a:extLst>
              <a:ext uri="{FF2B5EF4-FFF2-40B4-BE49-F238E27FC236}">
                <a16:creationId xmlns:a16="http://schemas.microsoft.com/office/drawing/2014/main" id="{B2ADE3CF-A560-4EE1-ADCC-14544E115FE1}"/>
              </a:ext>
            </a:extLst>
          </p:cNvPr>
          <p:cNvSpPr txBox="1"/>
          <p:nvPr/>
        </p:nvSpPr>
        <p:spPr>
          <a:xfrm>
            <a:off x="11396654" y="2999810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cxnSp>
        <p:nvCxnSpPr>
          <p:cNvPr id="215" name="Connecteur droit 4">
            <a:extLst>
              <a:ext uri="{FF2B5EF4-FFF2-40B4-BE49-F238E27FC236}">
                <a16:creationId xmlns:a16="http://schemas.microsoft.com/office/drawing/2014/main" id="{FF115D97-CA83-4A01-A77C-8DB5EE6900CA}"/>
              </a:ext>
            </a:extLst>
          </p:cNvPr>
          <p:cNvCxnSpPr>
            <a:cxnSpLocks/>
            <a:stCxn id="218" idx="6"/>
            <a:endCxn id="4" idx="1"/>
          </p:cNvCxnSpPr>
          <p:nvPr/>
        </p:nvCxnSpPr>
        <p:spPr>
          <a:xfrm>
            <a:off x="759394" y="550623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Ellipse 167">
            <a:extLst>
              <a:ext uri="{FF2B5EF4-FFF2-40B4-BE49-F238E27FC236}">
                <a16:creationId xmlns:a16="http://schemas.microsoft.com/office/drawing/2014/main" id="{24C06116-EB07-41E4-AB48-3D2AE01B1456}"/>
              </a:ext>
            </a:extLst>
          </p:cNvPr>
          <p:cNvSpPr/>
          <p:nvPr/>
        </p:nvSpPr>
        <p:spPr>
          <a:xfrm>
            <a:off x="157084" y="626412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0AD46F4-278C-450B-B503-10ED5ACA8254}"/>
              </a:ext>
            </a:extLst>
          </p:cNvPr>
          <p:cNvSpPr/>
          <p:nvPr/>
        </p:nvSpPr>
        <p:spPr>
          <a:xfrm>
            <a:off x="218354" y="530665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18" name="Ellipse 151">
            <a:extLst>
              <a:ext uri="{FF2B5EF4-FFF2-40B4-BE49-F238E27FC236}">
                <a16:creationId xmlns:a16="http://schemas.microsoft.com/office/drawing/2014/main" id="{ACF7E45D-6AEB-4AE3-8856-A4A07014D2DA}"/>
              </a:ext>
            </a:extLst>
          </p:cNvPr>
          <p:cNvSpPr/>
          <p:nvPr/>
        </p:nvSpPr>
        <p:spPr>
          <a:xfrm>
            <a:off x="147394" y="527223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118F1AE-2E7C-4E05-9550-2EBAC1A93EEC}"/>
              </a:ext>
            </a:extLst>
          </p:cNvPr>
          <p:cNvSpPr/>
          <p:nvPr/>
        </p:nvSpPr>
        <p:spPr>
          <a:xfrm>
            <a:off x="290779" y="626249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E5D17410-358B-478B-A45E-52B031643AAE}"/>
              </a:ext>
            </a:extLst>
          </p:cNvPr>
          <p:cNvCxnSpPr>
            <a:cxnSpLocks/>
            <a:stCxn id="216" idx="6"/>
            <a:endCxn id="4" idx="1"/>
          </p:cNvCxnSpPr>
          <p:nvPr/>
        </p:nvCxnSpPr>
        <p:spPr>
          <a:xfrm flipV="1">
            <a:off x="769084" y="602781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156">
            <a:extLst>
              <a:ext uri="{FF2B5EF4-FFF2-40B4-BE49-F238E27FC236}">
                <a16:creationId xmlns:a16="http://schemas.microsoft.com/office/drawing/2014/main" id="{B0FB4915-2FF5-4D6A-ABEB-FB735F424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90290" y="602781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ZoneTexte 171">
            <a:extLst>
              <a:ext uri="{FF2B5EF4-FFF2-40B4-BE49-F238E27FC236}">
                <a16:creationId xmlns:a16="http://schemas.microsoft.com/office/drawing/2014/main" id="{2227C543-E296-45BA-894B-95C26B59182D}"/>
              </a:ext>
            </a:extLst>
          </p:cNvPr>
          <p:cNvSpPr txBox="1"/>
          <p:nvPr/>
        </p:nvSpPr>
        <p:spPr>
          <a:xfrm>
            <a:off x="2015941" y="557841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B6121-1693-4B6C-BD56-BA1DCED74461}"/>
              </a:ext>
            </a:extLst>
          </p:cNvPr>
          <p:cNvSpPr/>
          <p:nvPr/>
        </p:nvSpPr>
        <p:spPr>
          <a:xfrm>
            <a:off x="1115941" y="570395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23" name="Connecteur droit 4">
            <a:extLst>
              <a:ext uri="{FF2B5EF4-FFF2-40B4-BE49-F238E27FC236}">
                <a16:creationId xmlns:a16="http://schemas.microsoft.com/office/drawing/2014/main" id="{C89E1F4D-79AC-40EA-B613-C00F9EFD7AB0}"/>
              </a:ext>
            </a:extLst>
          </p:cNvPr>
          <p:cNvCxnSpPr>
            <a:cxnSpLocks/>
            <a:stCxn id="226" idx="6"/>
            <a:endCxn id="231" idx="1"/>
          </p:cNvCxnSpPr>
          <p:nvPr/>
        </p:nvCxnSpPr>
        <p:spPr>
          <a:xfrm>
            <a:off x="10166369" y="535414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Ellipse 167">
            <a:extLst>
              <a:ext uri="{FF2B5EF4-FFF2-40B4-BE49-F238E27FC236}">
                <a16:creationId xmlns:a16="http://schemas.microsoft.com/office/drawing/2014/main" id="{7315817E-E470-41F7-865F-657437C6C1C2}"/>
              </a:ext>
            </a:extLst>
          </p:cNvPr>
          <p:cNvSpPr/>
          <p:nvPr/>
        </p:nvSpPr>
        <p:spPr>
          <a:xfrm>
            <a:off x="9564059" y="611203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093A050-00F0-4AD0-8DDE-FF56B393B2B7}"/>
              </a:ext>
            </a:extLst>
          </p:cNvPr>
          <p:cNvSpPr/>
          <p:nvPr/>
        </p:nvSpPr>
        <p:spPr>
          <a:xfrm>
            <a:off x="9625329" y="515456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6" name="Ellipse 151">
            <a:extLst>
              <a:ext uri="{FF2B5EF4-FFF2-40B4-BE49-F238E27FC236}">
                <a16:creationId xmlns:a16="http://schemas.microsoft.com/office/drawing/2014/main" id="{C08C798F-15FC-41D0-9E01-575135A7CCAD}"/>
              </a:ext>
            </a:extLst>
          </p:cNvPr>
          <p:cNvSpPr/>
          <p:nvPr/>
        </p:nvSpPr>
        <p:spPr>
          <a:xfrm>
            <a:off x="9554369" y="512014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E3A51B6-EE31-48E2-B14A-1C2965644D61}"/>
              </a:ext>
            </a:extLst>
          </p:cNvPr>
          <p:cNvSpPr/>
          <p:nvPr/>
        </p:nvSpPr>
        <p:spPr>
          <a:xfrm>
            <a:off x="9697754" y="611040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8" name="Connecteur droit 4">
            <a:extLst>
              <a:ext uri="{FF2B5EF4-FFF2-40B4-BE49-F238E27FC236}">
                <a16:creationId xmlns:a16="http://schemas.microsoft.com/office/drawing/2014/main" id="{129E72AC-E857-40E4-BE25-45E5E42DA1A8}"/>
              </a:ext>
            </a:extLst>
          </p:cNvPr>
          <p:cNvCxnSpPr>
            <a:cxnSpLocks/>
            <a:stCxn id="224" idx="6"/>
            <a:endCxn id="231" idx="1"/>
          </p:cNvCxnSpPr>
          <p:nvPr/>
        </p:nvCxnSpPr>
        <p:spPr>
          <a:xfrm flipV="1">
            <a:off x="10176059" y="587572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156">
            <a:extLst>
              <a:ext uri="{FF2B5EF4-FFF2-40B4-BE49-F238E27FC236}">
                <a16:creationId xmlns:a16="http://schemas.microsoft.com/office/drawing/2014/main" id="{99814F12-C57A-4A1C-A714-13C09285C1ED}"/>
              </a:ext>
            </a:extLst>
          </p:cNvPr>
          <p:cNvCxnSpPr>
            <a:cxnSpLocks/>
            <a:stCxn id="231" idx="3"/>
          </p:cNvCxnSpPr>
          <p:nvPr/>
        </p:nvCxnSpPr>
        <p:spPr>
          <a:xfrm>
            <a:off x="11297265" y="587572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171">
            <a:extLst>
              <a:ext uri="{FF2B5EF4-FFF2-40B4-BE49-F238E27FC236}">
                <a16:creationId xmlns:a16="http://schemas.microsoft.com/office/drawing/2014/main" id="{7E31D7B1-F975-4EB0-A70A-8814DC4194D6}"/>
              </a:ext>
            </a:extLst>
          </p:cNvPr>
          <p:cNvSpPr txBox="1"/>
          <p:nvPr/>
        </p:nvSpPr>
        <p:spPr>
          <a:xfrm>
            <a:off x="11422916" y="542632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BF7C5AA-7921-43F6-9760-35E8F8DC4539}"/>
              </a:ext>
            </a:extLst>
          </p:cNvPr>
          <p:cNvSpPr/>
          <p:nvPr/>
        </p:nvSpPr>
        <p:spPr>
          <a:xfrm>
            <a:off x="10522916" y="555186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2C73E-02C7-43AD-AA83-9729183439B6}"/>
              </a:ext>
            </a:extLst>
          </p:cNvPr>
          <p:cNvSpPr txBox="1"/>
          <p:nvPr/>
        </p:nvSpPr>
        <p:spPr>
          <a:xfrm>
            <a:off x="29180" y="4551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3176B32-B069-43BB-A279-8215D8C4A9DE}"/>
              </a:ext>
            </a:extLst>
          </p:cNvPr>
          <p:cNvSpPr txBox="1"/>
          <p:nvPr/>
        </p:nvSpPr>
        <p:spPr>
          <a:xfrm>
            <a:off x="-13708" y="1564738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89C6CA9-A4E3-4457-A04E-7E97A1D2B6BA}"/>
              </a:ext>
            </a:extLst>
          </p:cNvPr>
          <p:cNvSpPr txBox="1"/>
          <p:nvPr/>
        </p:nvSpPr>
        <p:spPr>
          <a:xfrm>
            <a:off x="43507" y="243619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CB3040-0DF7-4008-B0C0-F17F2E56E8B1}"/>
              </a:ext>
            </a:extLst>
          </p:cNvPr>
          <p:cNvSpPr txBox="1"/>
          <p:nvPr/>
        </p:nvSpPr>
        <p:spPr>
          <a:xfrm>
            <a:off x="72082" y="35220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913373C-C47A-40C9-852F-C54AC7DA5CF4}"/>
              </a:ext>
            </a:extLst>
          </p:cNvPr>
          <p:cNvSpPr txBox="1"/>
          <p:nvPr/>
        </p:nvSpPr>
        <p:spPr>
          <a:xfrm>
            <a:off x="67315" y="493176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FF2129-091E-469D-BCED-BBE37F20DE0A}"/>
              </a:ext>
            </a:extLst>
          </p:cNvPr>
          <p:cNvSpPr txBox="1"/>
          <p:nvPr/>
        </p:nvSpPr>
        <p:spPr>
          <a:xfrm>
            <a:off x="95890" y="601761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37" name="Connecteur droit 4">
            <a:extLst>
              <a:ext uri="{FF2B5EF4-FFF2-40B4-BE49-F238E27FC236}">
                <a16:creationId xmlns:a16="http://schemas.microsoft.com/office/drawing/2014/main" id="{2E32D60B-6C1C-42AC-8FF6-A50DEA2BDBA1}"/>
              </a:ext>
            </a:extLst>
          </p:cNvPr>
          <p:cNvCxnSpPr>
            <a:cxnSpLocks/>
            <a:stCxn id="240" idx="6"/>
            <a:endCxn id="245" idx="1"/>
          </p:cNvCxnSpPr>
          <p:nvPr/>
        </p:nvCxnSpPr>
        <p:spPr>
          <a:xfrm>
            <a:off x="3969324" y="5472891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Ellipse 167">
            <a:extLst>
              <a:ext uri="{FF2B5EF4-FFF2-40B4-BE49-F238E27FC236}">
                <a16:creationId xmlns:a16="http://schemas.microsoft.com/office/drawing/2014/main" id="{B4F441D0-5327-4C4F-85E4-4A8C43178503}"/>
              </a:ext>
            </a:extLst>
          </p:cNvPr>
          <p:cNvSpPr/>
          <p:nvPr/>
        </p:nvSpPr>
        <p:spPr>
          <a:xfrm>
            <a:off x="3367014" y="623078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D0478F4-D88C-4159-B460-986A505C4393}"/>
              </a:ext>
            </a:extLst>
          </p:cNvPr>
          <p:cNvSpPr/>
          <p:nvPr/>
        </p:nvSpPr>
        <p:spPr>
          <a:xfrm>
            <a:off x="3428284" y="527331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40" name="Ellipse 151">
            <a:extLst>
              <a:ext uri="{FF2B5EF4-FFF2-40B4-BE49-F238E27FC236}">
                <a16:creationId xmlns:a16="http://schemas.microsoft.com/office/drawing/2014/main" id="{F3F2E8EA-0BBC-40E5-9347-D8317C032586}"/>
              </a:ext>
            </a:extLst>
          </p:cNvPr>
          <p:cNvSpPr/>
          <p:nvPr/>
        </p:nvSpPr>
        <p:spPr>
          <a:xfrm>
            <a:off x="3357324" y="523889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F262946-F418-4759-9BAF-7601C035F552}"/>
              </a:ext>
            </a:extLst>
          </p:cNvPr>
          <p:cNvSpPr/>
          <p:nvPr/>
        </p:nvSpPr>
        <p:spPr>
          <a:xfrm>
            <a:off x="3500709" y="622914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2" name="Connecteur droit 4">
            <a:extLst>
              <a:ext uri="{FF2B5EF4-FFF2-40B4-BE49-F238E27FC236}">
                <a16:creationId xmlns:a16="http://schemas.microsoft.com/office/drawing/2014/main" id="{F70A1EDB-E013-48C6-AC9A-C8870BB27E8F}"/>
              </a:ext>
            </a:extLst>
          </p:cNvPr>
          <p:cNvCxnSpPr>
            <a:cxnSpLocks/>
            <a:stCxn id="238" idx="6"/>
            <a:endCxn id="245" idx="1"/>
          </p:cNvCxnSpPr>
          <p:nvPr/>
        </p:nvCxnSpPr>
        <p:spPr>
          <a:xfrm flipV="1">
            <a:off x="3979014" y="5994473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156">
            <a:extLst>
              <a:ext uri="{FF2B5EF4-FFF2-40B4-BE49-F238E27FC236}">
                <a16:creationId xmlns:a16="http://schemas.microsoft.com/office/drawing/2014/main" id="{1B280D61-53D8-4F5E-B4CB-025E2799B81D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5100220" y="5994473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ZoneTexte 171">
            <a:extLst>
              <a:ext uri="{FF2B5EF4-FFF2-40B4-BE49-F238E27FC236}">
                <a16:creationId xmlns:a16="http://schemas.microsoft.com/office/drawing/2014/main" id="{2D37F2B7-C825-4895-B3C5-0382FC68BE8D}"/>
              </a:ext>
            </a:extLst>
          </p:cNvPr>
          <p:cNvSpPr txBox="1"/>
          <p:nvPr/>
        </p:nvSpPr>
        <p:spPr>
          <a:xfrm>
            <a:off x="5240159" y="5545067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800DDCD-E45E-4E5D-804F-B00B82B0ACBE}"/>
              </a:ext>
            </a:extLst>
          </p:cNvPr>
          <p:cNvSpPr/>
          <p:nvPr/>
        </p:nvSpPr>
        <p:spPr>
          <a:xfrm>
            <a:off x="4325871" y="5670606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48" name="Connecteur droit 4">
            <a:extLst>
              <a:ext uri="{FF2B5EF4-FFF2-40B4-BE49-F238E27FC236}">
                <a16:creationId xmlns:a16="http://schemas.microsoft.com/office/drawing/2014/main" id="{04BC46C5-A500-488E-A903-1788AE8A0AA2}"/>
              </a:ext>
            </a:extLst>
          </p:cNvPr>
          <p:cNvCxnSpPr>
            <a:cxnSpLocks/>
            <a:stCxn id="251" idx="6"/>
            <a:endCxn id="256" idx="1"/>
          </p:cNvCxnSpPr>
          <p:nvPr/>
        </p:nvCxnSpPr>
        <p:spPr>
          <a:xfrm>
            <a:off x="7050659" y="552527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Ellipse 167">
            <a:extLst>
              <a:ext uri="{FF2B5EF4-FFF2-40B4-BE49-F238E27FC236}">
                <a16:creationId xmlns:a16="http://schemas.microsoft.com/office/drawing/2014/main" id="{BB9B7B71-C13D-43C1-B724-4D308D396C32}"/>
              </a:ext>
            </a:extLst>
          </p:cNvPr>
          <p:cNvSpPr/>
          <p:nvPr/>
        </p:nvSpPr>
        <p:spPr>
          <a:xfrm>
            <a:off x="6448349" y="628316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6123761-A62A-4867-B4A0-35F8AB50F1B4}"/>
              </a:ext>
            </a:extLst>
          </p:cNvPr>
          <p:cNvSpPr/>
          <p:nvPr/>
        </p:nvSpPr>
        <p:spPr>
          <a:xfrm>
            <a:off x="6509619" y="53256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51" name="Ellipse 151">
            <a:extLst>
              <a:ext uri="{FF2B5EF4-FFF2-40B4-BE49-F238E27FC236}">
                <a16:creationId xmlns:a16="http://schemas.microsoft.com/office/drawing/2014/main" id="{FB9F9D0B-8B11-4FBF-9E61-6A9E866B1D6A}"/>
              </a:ext>
            </a:extLst>
          </p:cNvPr>
          <p:cNvSpPr/>
          <p:nvPr/>
        </p:nvSpPr>
        <p:spPr>
          <a:xfrm>
            <a:off x="6438659" y="529127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1031BBF-93E2-4D68-A602-15AEE339433E}"/>
              </a:ext>
            </a:extLst>
          </p:cNvPr>
          <p:cNvSpPr/>
          <p:nvPr/>
        </p:nvSpPr>
        <p:spPr>
          <a:xfrm>
            <a:off x="6582044" y="628153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3" name="Connecteur droit 4">
            <a:extLst>
              <a:ext uri="{FF2B5EF4-FFF2-40B4-BE49-F238E27FC236}">
                <a16:creationId xmlns:a16="http://schemas.microsoft.com/office/drawing/2014/main" id="{2F90E7C2-57BC-4561-A058-975C0A812B1C}"/>
              </a:ext>
            </a:extLst>
          </p:cNvPr>
          <p:cNvCxnSpPr>
            <a:cxnSpLocks/>
            <a:stCxn id="249" idx="6"/>
            <a:endCxn id="256" idx="1"/>
          </p:cNvCxnSpPr>
          <p:nvPr/>
        </p:nvCxnSpPr>
        <p:spPr>
          <a:xfrm flipV="1">
            <a:off x="7060349" y="604685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avec flèche 156">
            <a:extLst>
              <a:ext uri="{FF2B5EF4-FFF2-40B4-BE49-F238E27FC236}">
                <a16:creationId xmlns:a16="http://schemas.microsoft.com/office/drawing/2014/main" id="{EA01A792-99EC-475E-A8A5-BCF519A7ACC4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181555" y="604685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ZoneTexte 171">
            <a:extLst>
              <a:ext uri="{FF2B5EF4-FFF2-40B4-BE49-F238E27FC236}">
                <a16:creationId xmlns:a16="http://schemas.microsoft.com/office/drawing/2014/main" id="{347CB87F-3170-4FB1-A43B-9759EE54732B}"/>
              </a:ext>
            </a:extLst>
          </p:cNvPr>
          <p:cNvSpPr txBox="1"/>
          <p:nvPr/>
        </p:nvSpPr>
        <p:spPr>
          <a:xfrm>
            <a:off x="8321494" y="5597451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6493AFB0-994F-4C81-ACB4-DE40628194D6}"/>
              </a:ext>
            </a:extLst>
          </p:cNvPr>
          <p:cNvSpPr/>
          <p:nvPr/>
        </p:nvSpPr>
        <p:spPr>
          <a:xfrm>
            <a:off x="7407206" y="572299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132953-842C-4B26-811C-D7A585806822}"/>
              </a:ext>
            </a:extLst>
          </p:cNvPr>
          <p:cNvSpPr txBox="1"/>
          <p:nvPr/>
        </p:nvSpPr>
        <p:spPr>
          <a:xfrm>
            <a:off x="2587896" y="-10210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</p:spTree>
    <p:extLst>
      <p:ext uri="{BB962C8B-B14F-4D97-AF65-F5344CB8AC3E}">
        <p14:creationId xmlns:p14="http://schemas.microsoft.com/office/powerpoint/2010/main" val="41369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151" grpId="0" animBg="1"/>
      <p:bldP spid="153" grpId="0" animBg="1"/>
      <p:bldP spid="154" grpId="0"/>
      <p:bldP spid="155" grpId="0" animBg="1"/>
      <p:bldP spid="156" grpId="0"/>
      <p:bldP spid="159" grpId="0"/>
      <p:bldP spid="160" grpId="0" animBg="1"/>
      <p:bldP spid="162" grpId="0" animBg="1"/>
      <p:bldP spid="163" grpId="0"/>
      <p:bldP spid="164" grpId="0" animBg="1"/>
      <p:bldP spid="165" grpId="0"/>
      <p:bldP spid="168" grpId="0"/>
      <p:bldP spid="169" grpId="0" animBg="1"/>
      <p:bldP spid="171" grpId="0" animBg="1"/>
      <p:bldP spid="172" grpId="0"/>
      <p:bldP spid="173" grpId="0" animBg="1"/>
      <p:bldP spid="174" grpId="0"/>
      <p:bldP spid="177" grpId="0"/>
      <p:bldP spid="178" grpId="0" animBg="1"/>
      <p:bldP spid="180" grpId="0" animBg="1"/>
      <p:bldP spid="181" grpId="0"/>
      <p:bldP spid="182" grpId="0" animBg="1"/>
      <p:bldP spid="183" grpId="0"/>
      <p:bldP spid="186" grpId="0"/>
      <p:bldP spid="187" grpId="0" animBg="1"/>
      <p:bldP spid="189" grpId="0" animBg="1"/>
      <p:bldP spid="190" grpId="0"/>
      <p:bldP spid="191" grpId="0" animBg="1"/>
      <p:bldP spid="192" grpId="0"/>
      <p:bldP spid="195" grpId="0"/>
      <p:bldP spid="196" grpId="0" animBg="1"/>
      <p:bldP spid="198" grpId="0" animBg="1"/>
      <p:bldP spid="199" grpId="0"/>
      <p:bldP spid="200" grpId="0" animBg="1"/>
      <p:bldP spid="201" grpId="0"/>
      <p:bldP spid="204" grpId="0"/>
      <p:bldP spid="205" grpId="0" animBg="1"/>
      <p:bldP spid="207" grpId="0" animBg="1"/>
      <p:bldP spid="208" grpId="0"/>
      <p:bldP spid="209" grpId="0" animBg="1"/>
      <p:bldP spid="210" grpId="0"/>
      <p:bldP spid="213" grpId="0"/>
      <p:bldP spid="216" grpId="0" animBg="1"/>
      <p:bldP spid="217" grpId="0"/>
      <p:bldP spid="218" grpId="0" animBg="1"/>
      <p:bldP spid="219" grpId="0"/>
      <p:bldP spid="222" grpId="0"/>
      <p:bldP spid="4" grpId="0" animBg="1"/>
      <p:bldP spid="224" grpId="0" animBg="1"/>
      <p:bldP spid="225" grpId="0"/>
      <p:bldP spid="226" grpId="0" animBg="1"/>
      <p:bldP spid="227" grpId="0"/>
      <p:bldP spid="230" grpId="0"/>
      <p:bldP spid="231" grpId="0" animBg="1"/>
      <p:bldP spid="9" grpId="0"/>
      <p:bldP spid="232" grpId="0"/>
      <p:bldP spid="233" grpId="0"/>
      <p:bldP spid="234" grpId="0"/>
      <p:bldP spid="235" grpId="0"/>
      <p:bldP spid="236" grpId="0"/>
      <p:bldP spid="238" grpId="0" animBg="1"/>
      <p:bldP spid="239" grpId="0"/>
      <p:bldP spid="240" grpId="0" animBg="1"/>
      <p:bldP spid="241" grpId="0"/>
      <p:bldP spid="244" grpId="0"/>
      <p:bldP spid="245" grpId="0" animBg="1"/>
      <p:bldP spid="249" grpId="0" animBg="1"/>
      <p:bldP spid="250" grpId="0"/>
      <p:bldP spid="251" grpId="0" animBg="1"/>
      <p:bldP spid="252" grpId="0"/>
      <p:bldP spid="255" grpId="0"/>
      <p:bldP spid="25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979765" y="277593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481741" y="3001897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70663" y="3759789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131933" y="280232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60973" y="2767897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47192" y="3772441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481741" y="3006764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  <a:stCxn id="51" idx="6"/>
            <a:endCxn id="63" idx="1"/>
          </p:cNvCxnSpPr>
          <p:nvPr/>
        </p:nvCxnSpPr>
        <p:spPr>
          <a:xfrm>
            <a:off x="1735765" y="3006764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1819335" y="28954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7" name="Ellipse 155">
            <a:extLst>
              <a:ext uri="{FF2B5EF4-FFF2-40B4-BE49-F238E27FC236}">
                <a16:creationId xmlns:a16="http://schemas.microsoft.com/office/drawing/2014/main" id="{58CF7CBF-9151-4813-A239-AF4088D916C3}"/>
              </a:ext>
            </a:extLst>
          </p:cNvPr>
          <p:cNvSpPr/>
          <p:nvPr/>
        </p:nvSpPr>
        <p:spPr>
          <a:xfrm>
            <a:off x="979875" y="3761836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010E3A13-AC02-4A7E-8E16-0339BE186804}"/>
              </a:ext>
            </a:extLst>
          </p:cNvPr>
          <p:cNvCxnSpPr>
            <a:cxnSpLocks/>
            <a:stCxn id="57" idx="6"/>
            <a:endCxn id="67" idx="2"/>
          </p:cNvCxnSpPr>
          <p:nvPr/>
        </p:nvCxnSpPr>
        <p:spPr>
          <a:xfrm>
            <a:off x="481741" y="3001897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4">
            <a:extLst>
              <a:ext uri="{FF2B5EF4-FFF2-40B4-BE49-F238E27FC236}">
                <a16:creationId xmlns:a16="http://schemas.microsoft.com/office/drawing/2014/main" id="{C8F34714-ED17-407F-AE23-F335171D40F9}"/>
              </a:ext>
            </a:extLst>
          </p:cNvPr>
          <p:cNvCxnSpPr>
            <a:cxnSpLocks/>
            <a:stCxn id="55" idx="6"/>
            <a:endCxn id="67" idx="2"/>
          </p:cNvCxnSpPr>
          <p:nvPr/>
        </p:nvCxnSpPr>
        <p:spPr>
          <a:xfrm flipV="1">
            <a:off x="481741" y="3992668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156">
            <a:extLst>
              <a:ext uri="{FF2B5EF4-FFF2-40B4-BE49-F238E27FC236}">
                <a16:creationId xmlns:a16="http://schemas.microsoft.com/office/drawing/2014/main" id="{11C29E20-4F14-48EE-8B99-B15DCE8FE459}"/>
              </a:ext>
            </a:extLst>
          </p:cNvPr>
          <p:cNvCxnSpPr>
            <a:cxnSpLocks/>
            <a:stCxn id="67" idx="6"/>
            <a:endCxn id="63" idx="3"/>
          </p:cNvCxnSpPr>
          <p:nvPr/>
        </p:nvCxnSpPr>
        <p:spPr>
          <a:xfrm flipV="1">
            <a:off x="1735875" y="3666088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171">
            <a:extLst>
              <a:ext uri="{FF2B5EF4-FFF2-40B4-BE49-F238E27FC236}">
                <a16:creationId xmlns:a16="http://schemas.microsoft.com/office/drawing/2014/main" id="{FC9E10F5-CF7C-4375-8100-F33BAF27CF9B}"/>
              </a:ext>
            </a:extLst>
          </p:cNvPr>
          <p:cNvSpPr txBox="1"/>
          <p:nvPr/>
        </p:nvSpPr>
        <p:spPr>
          <a:xfrm>
            <a:off x="1616214" y="35576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3" name="Ellipse 155">
            <a:extLst>
              <a:ext uri="{FF2B5EF4-FFF2-40B4-BE49-F238E27FC236}">
                <a16:creationId xmlns:a16="http://schemas.microsoft.com/office/drawing/2014/main" id="{7EE4BAE6-2144-4612-9A80-2C6D6EAE387B}"/>
              </a:ext>
            </a:extLst>
          </p:cNvPr>
          <p:cNvSpPr/>
          <p:nvPr/>
        </p:nvSpPr>
        <p:spPr>
          <a:xfrm>
            <a:off x="1850805" y="3235897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16" name="Connecteur droit avec flèche 156">
            <a:extLst>
              <a:ext uri="{FF2B5EF4-FFF2-40B4-BE49-F238E27FC236}">
                <a16:creationId xmlns:a16="http://schemas.microsoft.com/office/drawing/2014/main" id="{C9BF3266-BBA7-4D08-AD90-482B6A941E88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534805" y="3487897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71">
            <a:extLst>
              <a:ext uri="{FF2B5EF4-FFF2-40B4-BE49-F238E27FC236}">
                <a16:creationId xmlns:a16="http://schemas.microsoft.com/office/drawing/2014/main" id="{DEB70EE6-CAF2-4B72-AFE4-02C2FB3EBC0A}"/>
              </a:ext>
            </a:extLst>
          </p:cNvPr>
          <p:cNvSpPr txBox="1"/>
          <p:nvPr/>
        </p:nvSpPr>
        <p:spPr>
          <a:xfrm>
            <a:off x="2491655" y="3121223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cxnSp>
        <p:nvCxnSpPr>
          <p:cNvPr id="108" name="Connecteur droit 4">
            <a:extLst>
              <a:ext uri="{FF2B5EF4-FFF2-40B4-BE49-F238E27FC236}">
                <a16:creationId xmlns:a16="http://schemas.microsoft.com/office/drawing/2014/main" id="{DC662E2A-C6FE-42D0-A2D5-A8DCB4A9B834}"/>
              </a:ext>
            </a:extLst>
          </p:cNvPr>
          <p:cNvCxnSpPr>
            <a:cxnSpLocks/>
            <a:stCxn id="150" idx="6"/>
            <a:endCxn id="155" idx="1"/>
          </p:cNvCxnSpPr>
          <p:nvPr/>
        </p:nvCxnSpPr>
        <p:spPr>
          <a:xfrm>
            <a:off x="791318" y="52709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lipse 167">
            <a:extLst>
              <a:ext uri="{FF2B5EF4-FFF2-40B4-BE49-F238E27FC236}">
                <a16:creationId xmlns:a16="http://schemas.microsoft.com/office/drawing/2014/main" id="{B7A8CE4A-10AF-41B0-B08D-6EE67A2D9EBD}"/>
              </a:ext>
            </a:extLst>
          </p:cNvPr>
          <p:cNvSpPr/>
          <p:nvPr/>
        </p:nvSpPr>
        <p:spPr>
          <a:xfrm>
            <a:off x="189008" y="12849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4B1BCD3-6088-4835-B787-976166372923}"/>
              </a:ext>
            </a:extLst>
          </p:cNvPr>
          <p:cNvSpPr/>
          <p:nvPr/>
        </p:nvSpPr>
        <p:spPr>
          <a:xfrm>
            <a:off x="250278" y="32751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50" name="Ellipse 151">
            <a:extLst>
              <a:ext uri="{FF2B5EF4-FFF2-40B4-BE49-F238E27FC236}">
                <a16:creationId xmlns:a16="http://schemas.microsoft.com/office/drawing/2014/main" id="{03CAE092-F06C-437C-9A6E-E99ED8D6B942}"/>
              </a:ext>
            </a:extLst>
          </p:cNvPr>
          <p:cNvSpPr/>
          <p:nvPr/>
        </p:nvSpPr>
        <p:spPr>
          <a:xfrm>
            <a:off x="179318" y="29309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DCD19A-3F1F-41A5-A877-34BB8B17C993}"/>
              </a:ext>
            </a:extLst>
          </p:cNvPr>
          <p:cNvSpPr/>
          <p:nvPr/>
        </p:nvSpPr>
        <p:spPr>
          <a:xfrm>
            <a:off x="322703" y="12833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A5237210-CC9D-4F27-A4EC-860567B00C0C}"/>
              </a:ext>
            </a:extLst>
          </p:cNvPr>
          <p:cNvCxnSpPr>
            <a:cxnSpLocks/>
            <a:stCxn id="114" idx="6"/>
            <a:endCxn id="155" idx="1"/>
          </p:cNvCxnSpPr>
          <p:nvPr/>
        </p:nvCxnSpPr>
        <p:spPr>
          <a:xfrm flipV="1">
            <a:off x="801008" y="104867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6">
            <a:extLst>
              <a:ext uri="{FF2B5EF4-FFF2-40B4-BE49-F238E27FC236}">
                <a16:creationId xmlns:a16="http://schemas.microsoft.com/office/drawing/2014/main" id="{BB6ECA5F-302C-4DED-8CD1-5815403556B8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1922214" y="104867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71">
            <a:extLst>
              <a:ext uri="{FF2B5EF4-FFF2-40B4-BE49-F238E27FC236}">
                <a16:creationId xmlns:a16="http://schemas.microsoft.com/office/drawing/2014/main" id="{F5D1DB81-240C-4E8A-B3DB-6B1DD76F4FA9}"/>
              </a:ext>
            </a:extLst>
          </p:cNvPr>
          <p:cNvSpPr txBox="1"/>
          <p:nvPr/>
        </p:nvSpPr>
        <p:spPr>
          <a:xfrm>
            <a:off x="2047865" y="59927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5F7B35-7EC5-4DF4-B53D-39F4045D2FA2}"/>
              </a:ext>
            </a:extLst>
          </p:cNvPr>
          <p:cNvSpPr/>
          <p:nvPr/>
        </p:nvSpPr>
        <p:spPr>
          <a:xfrm>
            <a:off x="1147865" y="72481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56" name="Connecteur droit 4">
            <a:extLst>
              <a:ext uri="{FF2B5EF4-FFF2-40B4-BE49-F238E27FC236}">
                <a16:creationId xmlns:a16="http://schemas.microsoft.com/office/drawing/2014/main" id="{E0B3E924-A370-4AD5-9A86-1EBD6D6814B5}"/>
              </a:ext>
            </a:extLst>
          </p:cNvPr>
          <p:cNvCxnSpPr>
            <a:cxnSpLocks/>
            <a:stCxn id="159" idx="6"/>
            <a:endCxn id="164" idx="1"/>
          </p:cNvCxnSpPr>
          <p:nvPr/>
        </p:nvCxnSpPr>
        <p:spPr>
          <a:xfrm>
            <a:off x="10198293" y="37500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67">
            <a:extLst>
              <a:ext uri="{FF2B5EF4-FFF2-40B4-BE49-F238E27FC236}">
                <a16:creationId xmlns:a16="http://schemas.microsoft.com/office/drawing/2014/main" id="{9511EAF5-DF55-4869-A6FE-EE46F28A236C}"/>
              </a:ext>
            </a:extLst>
          </p:cNvPr>
          <p:cNvSpPr/>
          <p:nvPr/>
        </p:nvSpPr>
        <p:spPr>
          <a:xfrm>
            <a:off x="9595983" y="113289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3ABE7C8-4FE3-43CC-BC9A-2856B76E89ED}"/>
              </a:ext>
            </a:extLst>
          </p:cNvPr>
          <p:cNvSpPr/>
          <p:nvPr/>
        </p:nvSpPr>
        <p:spPr>
          <a:xfrm>
            <a:off x="9657253" y="17542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9" name="Ellipse 151">
            <a:extLst>
              <a:ext uri="{FF2B5EF4-FFF2-40B4-BE49-F238E27FC236}">
                <a16:creationId xmlns:a16="http://schemas.microsoft.com/office/drawing/2014/main" id="{0485128F-F18B-419C-9600-5823C949F089}"/>
              </a:ext>
            </a:extLst>
          </p:cNvPr>
          <p:cNvSpPr/>
          <p:nvPr/>
        </p:nvSpPr>
        <p:spPr>
          <a:xfrm>
            <a:off x="9586293" y="14100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FA01D03-6034-4014-93DA-2A1A734C3FEF}"/>
              </a:ext>
            </a:extLst>
          </p:cNvPr>
          <p:cNvSpPr/>
          <p:nvPr/>
        </p:nvSpPr>
        <p:spPr>
          <a:xfrm>
            <a:off x="9729678" y="113126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22624802-D7C6-41EE-AF23-329E40F5B069}"/>
              </a:ext>
            </a:extLst>
          </p:cNvPr>
          <p:cNvCxnSpPr>
            <a:cxnSpLocks/>
            <a:stCxn id="157" idx="6"/>
            <a:endCxn id="164" idx="1"/>
          </p:cNvCxnSpPr>
          <p:nvPr/>
        </p:nvCxnSpPr>
        <p:spPr>
          <a:xfrm flipV="1">
            <a:off x="10207983" y="89658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56">
            <a:extLst>
              <a:ext uri="{FF2B5EF4-FFF2-40B4-BE49-F238E27FC236}">
                <a16:creationId xmlns:a16="http://schemas.microsoft.com/office/drawing/2014/main" id="{05623557-7177-412F-A191-42E25F3950D0}"/>
              </a:ext>
            </a:extLst>
          </p:cNvPr>
          <p:cNvCxnSpPr>
            <a:cxnSpLocks/>
            <a:stCxn id="164" idx="3"/>
          </p:cNvCxnSpPr>
          <p:nvPr/>
        </p:nvCxnSpPr>
        <p:spPr>
          <a:xfrm>
            <a:off x="11329189" y="8965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71">
            <a:extLst>
              <a:ext uri="{FF2B5EF4-FFF2-40B4-BE49-F238E27FC236}">
                <a16:creationId xmlns:a16="http://schemas.microsoft.com/office/drawing/2014/main" id="{7C399B13-4396-4981-8781-CBF73AA0FAD2}"/>
              </a:ext>
            </a:extLst>
          </p:cNvPr>
          <p:cNvSpPr txBox="1"/>
          <p:nvPr/>
        </p:nvSpPr>
        <p:spPr>
          <a:xfrm>
            <a:off x="11454840" y="44718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EF596D-9D91-4D16-B00F-49F893D0989C}"/>
              </a:ext>
            </a:extLst>
          </p:cNvPr>
          <p:cNvSpPr/>
          <p:nvPr/>
        </p:nvSpPr>
        <p:spPr>
          <a:xfrm>
            <a:off x="10554840" y="57272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253FEA-7A06-4C45-B0F7-AAA7E1208F1F}"/>
              </a:ext>
            </a:extLst>
          </p:cNvPr>
          <p:cNvSpPr txBox="1"/>
          <p:nvPr/>
        </p:nvSpPr>
        <p:spPr>
          <a:xfrm>
            <a:off x="99239" y="-4737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5B46EC-765A-4592-B10F-2AFEC1532B22}"/>
              </a:ext>
            </a:extLst>
          </p:cNvPr>
          <p:cNvSpPr txBox="1"/>
          <p:nvPr/>
        </p:nvSpPr>
        <p:spPr>
          <a:xfrm>
            <a:off x="127814" y="1038472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167" name="Connecteur droit 4">
            <a:extLst>
              <a:ext uri="{FF2B5EF4-FFF2-40B4-BE49-F238E27FC236}">
                <a16:creationId xmlns:a16="http://schemas.microsoft.com/office/drawing/2014/main" id="{3004DB57-889B-4AB3-8E35-49789CA40F55}"/>
              </a:ext>
            </a:extLst>
          </p:cNvPr>
          <p:cNvCxnSpPr>
            <a:cxnSpLocks/>
            <a:stCxn id="170" idx="6"/>
            <a:endCxn id="175" idx="1"/>
          </p:cNvCxnSpPr>
          <p:nvPr/>
        </p:nvCxnSpPr>
        <p:spPr>
          <a:xfrm>
            <a:off x="4001248" y="493752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A0CA7FB9-9AA7-4EB9-84AA-CEAB3570A179}"/>
              </a:ext>
            </a:extLst>
          </p:cNvPr>
          <p:cNvSpPr/>
          <p:nvPr/>
        </p:nvSpPr>
        <p:spPr>
          <a:xfrm>
            <a:off x="3398938" y="125164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9A17C9-E935-40A2-874F-D4C60D20A5A0}"/>
              </a:ext>
            </a:extLst>
          </p:cNvPr>
          <p:cNvSpPr/>
          <p:nvPr/>
        </p:nvSpPr>
        <p:spPr>
          <a:xfrm>
            <a:off x="3460208" y="29417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0" name="Ellipse 151">
            <a:extLst>
              <a:ext uri="{FF2B5EF4-FFF2-40B4-BE49-F238E27FC236}">
                <a16:creationId xmlns:a16="http://schemas.microsoft.com/office/drawing/2014/main" id="{B892F8F2-F53A-4900-9D67-8BD5AE2B146E}"/>
              </a:ext>
            </a:extLst>
          </p:cNvPr>
          <p:cNvSpPr/>
          <p:nvPr/>
        </p:nvSpPr>
        <p:spPr>
          <a:xfrm>
            <a:off x="3389248" y="2597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C247C0-27E0-4563-88BC-7E03DA83BCCB}"/>
              </a:ext>
            </a:extLst>
          </p:cNvPr>
          <p:cNvSpPr/>
          <p:nvPr/>
        </p:nvSpPr>
        <p:spPr>
          <a:xfrm>
            <a:off x="3532633" y="12500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2" name="Connecteur droit 4">
            <a:extLst>
              <a:ext uri="{FF2B5EF4-FFF2-40B4-BE49-F238E27FC236}">
                <a16:creationId xmlns:a16="http://schemas.microsoft.com/office/drawing/2014/main" id="{5123365A-45C6-4ED0-959F-2A9CD40B4F74}"/>
              </a:ext>
            </a:extLst>
          </p:cNvPr>
          <p:cNvCxnSpPr>
            <a:cxnSpLocks/>
            <a:stCxn id="168" idx="6"/>
            <a:endCxn id="175" idx="1"/>
          </p:cNvCxnSpPr>
          <p:nvPr/>
        </p:nvCxnSpPr>
        <p:spPr>
          <a:xfrm flipV="1">
            <a:off x="4010938" y="1015334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56">
            <a:extLst>
              <a:ext uri="{FF2B5EF4-FFF2-40B4-BE49-F238E27FC236}">
                <a16:creationId xmlns:a16="http://schemas.microsoft.com/office/drawing/2014/main" id="{BF6F2DF7-F898-41F7-AA45-68F15443A1C1}"/>
              </a:ext>
            </a:extLst>
          </p:cNvPr>
          <p:cNvCxnSpPr>
            <a:cxnSpLocks/>
            <a:stCxn id="175" idx="3"/>
          </p:cNvCxnSpPr>
          <p:nvPr/>
        </p:nvCxnSpPr>
        <p:spPr>
          <a:xfrm>
            <a:off x="5132144" y="101533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ZoneTexte 171">
            <a:extLst>
              <a:ext uri="{FF2B5EF4-FFF2-40B4-BE49-F238E27FC236}">
                <a16:creationId xmlns:a16="http://schemas.microsoft.com/office/drawing/2014/main" id="{3022C671-1966-4142-A048-E6EF3867321F}"/>
              </a:ext>
            </a:extLst>
          </p:cNvPr>
          <p:cNvSpPr txBox="1"/>
          <p:nvPr/>
        </p:nvSpPr>
        <p:spPr>
          <a:xfrm>
            <a:off x="5272083" y="565928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CF57F6-C1F7-4B1D-A566-50F200FF156B}"/>
              </a:ext>
            </a:extLst>
          </p:cNvPr>
          <p:cNvSpPr/>
          <p:nvPr/>
        </p:nvSpPr>
        <p:spPr>
          <a:xfrm>
            <a:off x="4357795" y="691467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76" name="Connecteur droit 4">
            <a:extLst>
              <a:ext uri="{FF2B5EF4-FFF2-40B4-BE49-F238E27FC236}">
                <a16:creationId xmlns:a16="http://schemas.microsoft.com/office/drawing/2014/main" id="{7725FDD2-C531-485C-BE74-A776AE79F611}"/>
              </a:ext>
            </a:extLst>
          </p:cNvPr>
          <p:cNvCxnSpPr>
            <a:cxnSpLocks/>
            <a:stCxn id="179" idx="6"/>
            <a:endCxn id="184" idx="1"/>
          </p:cNvCxnSpPr>
          <p:nvPr/>
        </p:nvCxnSpPr>
        <p:spPr>
          <a:xfrm>
            <a:off x="7082583" y="54613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Ellipse 167">
            <a:extLst>
              <a:ext uri="{FF2B5EF4-FFF2-40B4-BE49-F238E27FC236}">
                <a16:creationId xmlns:a16="http://schemas.microsoft.com/office/drawing/2014/main" id="{F97A39EF-0957-49A6-ADD5-466FF739DEE6}"/>
              </a:ext>
            </a:extLst>
          </p:cNvPr>
          <p:cNvSpPr/>
          <p:nvPr/>
        </p:nvSpPr>
        <p:spPr>
          <a:xfrm>
            <a:off x="6480273" y="130402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BE415C-0AEF-4B4C-9213-454515542AA1}"/>
              </a:ext>
            </a:extLst>
          </p:cNvPr>
          <p:cNvSpPr/>
          <p:nvPr/>
        </p:nvSpPr>
        <p:spPr>
          <a:xfrm>
            <a:off x="6541543" y="34655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79" name="Ellipse 151">
            <a:extLst>
              <a:ext uri="{FF2B5EF4-FFF2-40B4-BE49-F238E27FC236}">
                <a16:creationId xmlns:a16="http://schemas.microsoft.com/office/drawing/2014/main" id="{E4906871-9AA5-4B11-A495-899A6262894C}"/>
              </a:ext>
            </a:extLst>
          </p:cNvPr>
          <p:cNvSpPr/>
          <p:nvPr/>
        </p:nvSpPr>
        <p:spPr>
          <a:xfrm>
            <a:off x="6470583" y="312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C707FA-9B59-4139-9A0A-4826A2B38088}"/>
              </a:ext>
            </a:extLst>
          </p:cNvPr>
          <p:cNvSpPr/>
          <p:nvPr/>
        </p:nvSpPr>
        <p:spPr>
          <a:xfrm>
            <a:off x="6613968" y="130239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1" name="Connecteur droit 4">
            <a:extLst>
              <a:ext uri="{FF2B5EF4-FFF2-40B4-BE49-F238E27FC236}">
                <a16:creationId xmlns:a16="http://schemas.microsoft.com/office/drawing/2014/main" id="{009DB4E1-EA01-452D-A9DD-EFA5C5B94BFC}"/>
              </a:ext>
            </a:extLst>
          </p:cNvPr>
          <p:cNvCxnSpPr>
            <a:cxnSpLocks/>
            <a:stCxn id="177" idx="6"/>
            <a:endCxn id="184" idx="1"/>
          </p:cNvCxnSpPr>
          <p:nvPr/>
        </p:nvCxnSpPr>
        <p:spPr>
          <a:xfrm flipV="1">
            <a:off x="7092273" y="106771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56">
            <a:extLst>
              <a:ext uri="{FF2B5EF4-FFF2-40B4-BE49-F238E27FC236}">
                <a16:creationId xmlns:a16="http://schemas.microsoft.com/office/drawing/2014/main" id="{683CA42B-E43B-41E3-9AAC-00D8A0CC99A1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8213479" y="106771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71">
            <a:extLst>
              <a:ext uri="{FF2B5EF4-FFF2-40B4-BE49-F238E27FC236}">
                <a16:creationId xmlns:a16="http://schemas.microsoft.com/office/drawing/2014/main" id="{675F6606-BBDC-4E9E-9FCB-7DCB5615414F}"/>
              </a:ext>
            </a:extLst>
          </p:cNvPr>
          <p:cNvSpPr txBox="1"/>
          <p:nvPr/>
        </p:nvSpPr>
        <p:spPr>
          <a:xfrm>
            <a:off x="8353418" y="618312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C8F9DB-186D-4B00-95F0-8C5A61D685A1}"/>
              </a:ext>
            </a:extLst>
          </p:cNvPr>
          <p:cNvSpPr/>
          <p:nvPr/>
        </p:nvSpPr>
        <p:spPr>
          <a:xfrm>
            <a:off x="7439130" y="74385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85" name="Ellipse 155">
            <a:extLst>
              <a:ext uri="{FF2B5EF4-FFF2-40B4-BE49-F238E27FC236}">
                <a16:creationId xmlns:a16="http://schemas.microsoft.com/office/drawing/2014/main" id="{AAEAC967-245B-4957-8410-365F13FEAB1A}"/>
              </a:ext>
            </a:extLst>
          </p:cNvPr>
          <p:cNvSpPr/>
          <p:nvPr/>
        </p:nvSpPr>
        <p:spPr>
          <a:xfrm>
            <a:off x="4161121" y="2771164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86" name="Connecteur droit 4">
            <a:extLst>
              <a:ext uri="{FF2B5EF4-FFF2-40B4-BE49-F238E27FC236}">
                <a16:creationId xmlns:a16="http://schemas.microsoft.com/office/drawing/2014/main" id="{0AAF6824-1438-4410-A66E-9D6895ED82BA}"/>
              </a:ext>
            </a:extLst>
          </p:cNvPr>
          <p:cNvCxnSpPr>
            <a:cxnSpLocks/>
            <a:stCxn id="189" idx="6"/>
            <a:endCxn id="185" idx="2"/>
          </p:cNvCxnSpPr>
          <p:nvPr/>
        </p:nvCxnSpPr>
        <p:spPr>
          <a:xfrm>
            <a:off x="3663097" y="2997129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67">
            <a:extLst>
              <a:ext uri="{FF2B5EF4-FFF2-40B4-BE49-F238E27FC236}">
                <a16:creationId xmlns:a16="http://schemas.microsoft.com/office/drawing/2014/main" id="{8686109C-50D5-47F9-8CA9-FFA8D153A458}"/>
              </a:ext>
            </a:extLst>
          </p:cNvPr>
          <p:cNvSpPr/>
          <p:nvPr/>
        </p:nvSpPr>
        <p:spPr>
          <a:xfrm>
            <a:off x="3252019" y="3755021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08EF327-C63C-4AC1-A3D5-D7BDE8E63B22}"/>
              </a:ext>
            </a:extLst>
          </p:cNvPr>
          <p:cNvSpPr/>
          <p:nvPr/>
        </p:nvSpPr>
        <p:spPr>
          <a:xfrm>
            <a:off x="3313289" y="27975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89" name="Ellipse 151">
            <a:extLst>
              <a:ext uri="{FF2B5EF4-FFF2-40B4-BE49-F238E27FC236}">
                <a16:creationId xmlns:a16="http://schemas.microsoft.com/office/drawing/2014/main" id="{8125A19A-0E14-4E6D-A30B-EBD1C9E39485}"/>
              </a:ext>
            </a:extLst>
          </p:cNvPr>
          <p:cNvSpPr/>
          <p:nvPr/>
        </p:nvSpPr>
        <p:spPr>
          <a:xfrm>
            <a:off x="3242329" y="2763129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B9005E3-EA7A-409E-9631-5F71C6D8F8ED}"/>
              </a:ext>
            </a:extLst>
          </p:cNvPr>
          <p:cNvSpPr/>
          <p:nvPr/>
        </p:nvSpPr>
        <p:spPr>
          <a:xfrm>
            <a:off x="3228548" y="3767673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1" name="Connecteur droit 4">
            <a:extLst>
              <a:ext uri="{FF2B5EF4-FFF2-40B4-BE49-F238E27FC236}">
                <a16:creationId xmlns:a16="http://schemas.microsoft.com/office/drawing/2014/main" id="{335EE2F7-A78F-4B1E-9031-3FCE894FEB9F}"/>
              </a:ext>
            </a:extLst>
          </p:cNvPr>
          <p:cNvCxnSpPr>
            <a:cxnSpLocks/>
            <a:stCxn id="187" idx="6"/>
            <a:endCxn id="185" idx="2"/>
          </p:cNvCxnSpPr>
          <p:nvPr/>
        </p:nvCxnSpPr>
        <p:spPr>
          <a:xfrm flipV="1">
            <a:off x="3663097" y="3001996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56">
            <a:extLst>
              <a:ext uri="{FF2B5EF4-FFF2-40B4-BE49-F238E27FC236}">
                <a16:creationId xmlns:a16="http://schemas.microsoft.com/office/drawing/2014/main" id="{A31233E1-62DE-41E4-AA9F-AA2098F0D373}"/>
              </a:ext>
            </a:extLst>
          </p:cNvPr>
          <p:cNvCxnSpPr>
            <a:cxnSpLocks/>
            <a:stCxn id="185" idx="6"/>
            <a:endCxn id="199" idx="1"/>
          </p:cNvCxnSpPr>
          <p:nvPr/>
        </p:nvCxnSpPr>
        <p:spPr>
          <a:xfrm>
            <a:off x="4917121" y="3001996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ZoneTexte 171">
            <a:extLst>
              <a:ext uri="{FF2B5EF4-FFF2-40B4-BE49-F238E27FC236}">
                <a16:creationId xmlns:a16="http://schemas.microsoft.com/office/drawing/2014/main" id="{FD1099C9-13A0-4A3A-98DB-1DEB894E5D77}"/>
              </a:ext>
            </a:extLst>
          </p:cNvPr>
          <p:cNvSpPr txBox="1"/>
          <p:nvPr/>
        </p:nvSpPr>
        <p:spPr>
          <a:xfrm>
            <a:off x="5000691" y="289064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4" name="Ellipse 155">
            <a:extLst>
              <a:ext uri="{FF2B5EF4-FFF2-40B4-BE49-F238E27FC236}">
                <a16:creationId xmlns:a16="http://schemas.microsoft.com/office/drawing/2014/main" id="{C0FA0B42-EDF9-4072-823B-3983183A0410}"/>
              </a:ext>
            </a:extLst>
          </p:cNvPr>
          <p:cNvSpPr/>
          <p:nvPr/>
        </p:nvSpPr>
        <p:spPr>
          <a:xfrm>
            <a:off x="4161231" y="375706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5" name="Connecteur droit 4">
            <a:extLst>
              <a:ext uri="{FF2B5EF4-FFF2-40B4-BE49-F238E27FC236}">
                <a16:creationId xmlns:a16="http://schemas.microsoft.com/office/drawing/2014/main" id="{6EB98135-FDC9-4163-A3D4-6DF351B0F914}"/>
              </a:ext>
            </a:extLst>
          </p:cNvPr>
          <p:cNvCxnSpPr>
            <a:cxnSpLocks/>
            <a:stCxn id="189" idx="6"/>
            <a:endCxn id="194" idx="2"/>
          </p:cNvCxnSpPr>
          <p:nvPr/>
        </p:nvCxnSpPr>
        <p:spPr>
          <a:xfrm>
            <a:off x="3663097" y="2997129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4">
            <a:extLst>
              <a:ext uri="{FF2B5EF4-FFF2-40B4-BE49-F238E27FC236}">
                <a16:creationId xmlns:a16="http://schemas.microsoft.com/office/drawing/2014/main" id="{896D1899-8490-4AC2-AC9B-AC3C3A1BD68B}"/>
              </a:ext>
            </a:extLst>
          </p:cNvPr>
          <p:cNvCxnSpPr>
            <a:cxnSpLocks/>
            <a:stCxn id="187" idx="6"/>
            <a:endCxn id="194" idx="2"/>
          </p:cNvCxnSpPr>
          <p:nvPr/>
        </p:nvCxnSpPr>
        <p:spPr>
          <a:xfrm flipV="1">
            <a:off x="3663097" y="3987900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56">
            <a:extLst>
              <a:ext uri="{FF2B5EF4-FFF2-40B4-BE49-F238E27FC236}">
                <a16:creationId xmlns:a16="http://schemas.microsoft.com/office/drawing/2014/main" id="{8DA216DB-E49A-49E5-9BCD-9B3064AA4C21}"/>
              </a:ext>
            </a:extLst>
          </p:cNvPr>
          <p:cNvCxnSpPr>
            <a:cxnSpLocks/>
            <a:stCxn id="194" idx="6"/>
            <a:endCxn id="199" idx="3"/>
          </p:cNvCxnSpPr>
          <p:nvPr/>
        </p:nvCxnSpPr>
        <p:spPr>
          <a:xfrm flipV="1">
            <a:off x="4917231" y="3661320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ZoneTexte 171">
            <a:extLst>
              <a:ext uri="{FF2B5EF4-FFF2-40B4-BE49-F238E27FC236}">
                <a16:creationId xmlns:a16="http://schemas.microsoft.com/office/drawing/2014/main" id="{298F3358-5ACE-4DCC-BD43-DE49187240F8}"/>
              </a:ext>
            </a:extLst>
          </p:cNvPr>
          <p:cNvSpPr txBox="1"/>
          <p:nvPr/>
        </p:nvSpPr>
        <p:spPr>
          <a:xfrm>
            <a:off x="4798161" y="355306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9" name="Ellipse 155">
            <a:extLst>
              <a:ext uri="{FF2B5EF4-FFF2-40B4-BE49-F238E27FC236}">
                <a16:creationId xmlns:a16="http://schemas.microsoft.com/office/drawing/2014/main" id="{30D36AED-1EA0-4CA9-BC0E-5D30F43CDE07}"/>
              </a:ext>
            </a:extLst>
          </p:cNvPr>
          <p:cNvSpPr/>
          <p:nvPr/>
        </p:nvSpPr>
        <p:spPr>
          <a:xfrm>
            <a:off x="5032161" y="3231129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00" name="Connecteur droit avec flèche 156">
            <a:extLst>
              <a:ext uri="{FF2B5EF4-FFF2-40B4-BE49-F238E27FC236}">
                <a16:creationId xmlns:a16="http://schemas.microsoft.com/office/drawing/2014/main" id="{5896FD6A-F1F2-4FE2-8049-AF8DC9C5263B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5716161" y="3483129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171">
            <a:extLst>
              <a:ext uri="{FF2B5EF4-FFF2-40B4-BE49-F238E27FC236}">
                <a16:creationId xmlns:a16="http://schemas.microsoft.com/office/drawing/2014/main" id="{3B8E0736-E65E-4EEC-BD30-0E3D353A21EA}"/>
              </a:ext>
            </a:extLst>
          </p:cNvPr>
          <p:cNvSpPr txBox="1"/>
          <p:nvPr/>
        </p:nvSpPr>
        <p:spPr>
          <a:xfrm>
            <a:off x="5673011" y="3116455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02" name="Ellipse 155">
            <a:extLst>
              <a:ext uri="{FF2B5EF4-FFF2-40B4-BE49-F238E27FC236}">
                <a16:creationId xmlns:a16="http://schemas.microsoft.com/office/drawing/2014/main" id="{D02CA68A-D72D-4316-9F13-2D7ACEED92F1}"/>
              </a:ext>
            </a:extLst>
          </p:cNvPr>
          <p:cNvSpPr/>
          <p:nvPr/>
        </p:nvSpPr>
        <p:spPr>
          <a:xfrm>
            <a:off x="7344191" y="2689437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03" name="Connecteur droit 4">
            <a:extLst>
              <a:ext uri="{FF2B5EF4-FFF2-40B4-BE49-F238E27FC236}">
                <a16:creationId xmlns:a16="http://schemas.microsoft.com/office/drawing/2014/main" id="{0CB3A9A2-DE50-4A1C-85BD-13700F05164F}"/>
              </a:ext>
            </a:extLst>
          </p:cNvPr>
          <p:cNvCxnSpPr>
            <a:cxnSpLocks/>
            <a:stCxn id="206" idx="6"/>
            <a:endCxn id="202" idx="2"/>
          </p:cNvCxnSpPr>
          <p:nvPr/>
        </p:nvCxnSpPr>
        <p:spPr>
          <a:xfrm>
            <a:off x="6846167" y="2915402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Ellipse 167">
            <a:extLst>
              <a:ext uri="{FF2B5EF4-FFF2-40B4-BE49-F238E27FC236}">
                <a16:creationId xmlns:a16="http://schemas.microsoft.com/office/drawing/2014/main" id="{C43559A3-5310-4799-9CD9-3DE237153E60}"/>
              </a:ext>
            </a:extLst>
          </p:cNvPr>
          <p:cNvSpPr/>
          <p:nvPr/>
        </p:nvSpPr>
        <p:spPr>
          <a:xfrm>
            <a:off x="6435089" y="3673294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3C97ABE-55B1-48B1-AB8E-88B126D24A2C}"/>
              </a:ext>
            </a:extLst>
          </p:cNvPr>
          <p:cNvSpPr/>
          <p:nvPr/>
        </p:nvSpPr>
        <p:spPr>
          <a:xfrm>
            <a:off x="6496359" y="271582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6" name="Ellipse 151">
            <a:extLst>
              <a:ext uri="{FF2B5EF4-FFF2-40B4-BE49-F238E27FC236}">
                <a16:creationId xmlns:a16="http://schemas.microsoft.com/office/drawing/2014/main" id="{D1C936F1-5DCE-4D59-8FFB-37B63AF0D5A7}"/>
              </a:ext>
            </a:extLst>
          </p:cNvPr>
          <p:cNvSpPr/>
          <p:nvPr/>
        </p:nvSpPr>
        <p:spPr>
          <a:xfrm>
            <a:off x="6425399" y="2681402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D6B980D-2A79-4353-8C68-91C39A47B43C}"/>
              </a:ext>
            </a:extLst>
          </p:cNvPr>
          <p:cNvSpPr/>
          <p:nvPr/>
        </p:nvSpPr>
        <p:spPr>
          <a:xfrm>
            <a:off x="6411618" y="3685946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8" name="Connecteur droit 4">
            <a:extLst>
              <a:ext uri="{FF2B5EF4-FFF2-40B4-BE49-F238E27FC236}">
                <a16:creationId xmlns:a16="http://schemas.microsoft.com/office/drawing/2014/main" id="{17CCFA10-FF4B-40FA-BE38-DEF23048EAEB}"/>
              </a:ext>
            </a:extLst>
          </p:cNvPr>
          <p:cNvCxnSpPr>
            <a:cxnSpLocks/>
            <a:stCxn id="204" idx="6"/>
            <a:endCxn id="202" idx="2"/>
          </p:cNvCxnSpPr>
          <p:nvPr/>
        </p:nvCxnSpPr>
        <p:spPr>
          <a:xfrm flipV="1">
            <a:off x="6846167" y="2920269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156">
            <a:extLst>
              <a:ext uri="{FF2B5EF4-FFF2-40B4-BE49-F238E27FC236}">
                <a16:creationId xmlns:a16="http://schemas.microsoft.com/office/drawing/2014/main" id="{C885D3BB-0BC0-4A62-86EE-6E688B03A4FF}"/>
              </a:ext>
            </a:extLst>
          </p:cNvPr>
          <p:cNvCxnSpPr>
            <a:cxnSpLocks/>
            <a:stCxn id="202" idx="6"/>
            <a:endCxn id="216" idx="1"/>
          </p:cNvCxnSpPr>
          <p:nvPr/>
        </p:nvCxnSpPr>
        <p:spPr>
          <a:xfrm>
            <a:off x="8100191" y="2920269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171">
            <a:extLst>
              <a:ext uri="{FF2B5EF4-FFF2-40B4-BE49-F238E27FC236}">
                <a16:creationId xmlns:a16="http://schemas.microsoft.com/office/drawing/2014/main" id="{0859C94E-3174-4EA5-A7BB-D30DCD15D143}"/>
              </a:ext>
            </a:extLst>
          </p:cNvPr>
          <p:cNvSpPr txBox="1"/>
          <p:nvPr/>
        </p:nvSpPr>
        <p:spPr>
          <a:xfrm>
            <a:off x="8183761" y="2808921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1" name="Ellipse 155">
            <a:extLst>
              <a:ext uri="{FF2B5EF4-FFF2-40B4-BE49-F238E27FC236}">
                <a16:creationId xmlns:a16="http://schemas.microsoft.com/office/drawing/2014/main" id="{18028776-048A-4C6E-AA73-CCC87F613EDA}"/>
              </a:ext>
            </a:extLst>
          </p:cNvPr>
          <p:cNvSpPr/>
          <p:nvPr/>
        </p:nvSpPr>
        <p:spPr>
          <a:xfrm>
            <a:off x="7344301" y="36753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12" name="Connecteur droit 4">
            <a:extLst>
              <a:ext uri="{FF2B5EF4-FFF2-40B4-BE49-F238E27FC236}">
                <a16:creationId xmlns:a16="http://schemas.microsoft.com/office/drawing/2014/main" id="{A424813B-BAA1-4113-9518-01F0CC1417D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6846167" y="2915402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4">
            <a:extLst>
              <a:ext uri="{FF2B5EF4-FFF2-40B4-BE49-F238E27FC236}">
                <a16:creationId xmlns:a16="http://schemas.microsoft.com/office/drawing/2014/main" id="{C6C2AD33-FD0C-46A2-881C-76239C4D851B}"/>
              </a:ext>
            </a:extLst>
          </p:cNvPr>
          <p:cNvCxnSpPr>
            <a:cxnSpLocks/>
            <a:stCxn id="204" idx="6"/>
            <a:endCxn id="211" idx="2"/>
          </p:cNvCxnSpPr>
          <p:nvPr/>
        </p:nvCxnSpPr>
        <p:spPr>
          <a:xfrm flipV="1">
            <a:off x="6846167" y="3906173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156">
            <a:extLst>
              <a:ext uri="{FF2B5EF4-FFF2-40B4-BE49-F238E27FC236}">
                <a16:creationId xmlns:a16="http://schemas.microsoft.com/office/drawing/2014/main" id="{57C5886D-F78F-4EC4-B67B-EB5B5EC5A252}"/>
              </a:ext>
            </a:extLst>
          </p:cNvPr>
          <p:cNvCxnSpPr>
            <a:cxnSpLocks/>
            <a:stCxn id="211" idx="6"/>
            <a:endCxn id="216" idx="3"/>
          </p:cNvCxnSpPr>
          <p:nvPr/>
        </p:nvCxnSpPr>
        <p:spPr>
          <a:xfrm flipV="1">
            <a:off x="8100301" y="3579593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ZoneTexte 171">
            <a:extLst>
              <a:ext uri="{FF2B5EF4-FFF2-40B4-BE49-F238E27FC236}">
                <a16:creationId xmlns:a16="http://schemas.microsoft.com/office/drawing/2014/main" id="{EF754DDD-67DE-430C-A8F1-A931E8FED4A2}"/>
              </a:ext>
            </a:extLst>
          </p:cNvPr>
          <p:cNvSpPr txBox="1"/>
          <p:nvPr/>
        </p:nvSpPr>
        <p:spPr>
          <a:xfrm>
            <a:off x="7981231" y="347133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6" name="Ellipse 155">
            <a:extLst>
              <a:ext uri="{FF2B5EF4-FFF2-40B4-BE49-F238E27FC236}">
                <a16:creationId xmlns:a16="http://schemas.microsoft.com/office/drawing/2014/main" id="{067081DF-277D-483C-8884-B720D57C7681}"/>
              </a:ext>
            </a:extLst>
          </p:cNvPr>
          <p:cNvSpPr/>
          <p:nvPr/>
        </p:nvSpPr>
        <p:spPr>
          <a:xfrm>
            <a:off x="8215231" y="3149402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17" name="Connecteur droit avec flèche 156">
            <a:extLst>
              <a:ext uri="{FF2B5EF4-FFF2-40B4-BE49-F238E27FC236}">
                <a16:creationId xmlns:a16="http://schemas.microsoft.com/office/drawing/2014/main" id="{AC7DDF31-9683-4DC1-BC59-D48B9AF047AB}"/>
              </a:ext>
            </a:extLst>
          </p:cNvPr>
          <p:cNvCxnSpPr>
            <a:cxnSpLocks/>
            <a:stCxn id="216" idx="6"/>
          </p:cNvCxnSpPr>
          <p:nvPr/>
        </p:nvCxnSpPr>
        <p:spPr>
          <a:xfrm>
            <a:off x="8899231" y="3401402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ZoneTexte 171">
            <a:extLst>
              <a:ext uri="{FF2B5EF4-FFF2-40B4-BE49-F238E27FC236}">
                <a16:creationId xmlns:a16="http://schemas.microsoft.com/office/drawing/2014/main" id="{60FBEAEE-4337-4543-A712-1F8FC84B082B}"/>
              </a:ext>
            </a:extLst>
          </p:cNvPr>
          <p:cNvSpPr txBox="1"/>
          <p:nvPr/>
        </p:nvSpPr>
        <p:spPr>
          <a:xfrm>
            <a:off x="8856081" y="3034728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9" name="Ellipse 155">
            <a:extLst>
              <a:ext uri="{FF2B5EF4-FFF2-40B4-BE49-F238E27FC236}">
                <a16:creationId xmlns:a16="http://schemas.microsoft.com/office/drawing/2014/main" id="{1E270897-A37F-4AC9-B82F-ED7DFC911674}"/>
              </a:ext>
            </a:extLst>
          </p:cNvPr>
          <p:cNvSpPr/>
          <p:nvPr/>
        </p:nvSpPr>
        <p:spPr>
          <a:xfrm>
            <a:off x="10262433" y="259368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F59E8C34-B52A-4B20-99CE-2D3621079418}"/>
              </a:ext>
            </a:extLst>
          </p:cNvPr>
          <p:cNvCxnSpPr>
            <a:cxnSpLocks/>
            <a:stCxn id="223" idx="6"/>
            <a:endCxn id="219" idx="2"/>
          </p:cNvCxnSpPr>
          <p:nvPr/>
        </p:nvCxnSpPr>
        <p:spPr>
          <a:xfrm>
            <a:off x="9764409" y="2819654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lipse 167">
            <a:extLst>
              <a:ext uri="{FF2B5EF4-FFF2-40B4-BE49-F238E27FC236}">
                <a16:creationId xmlns:a16="http://schemas.microsoft.com/office/drawing/2014/main" id="{27E631EF-E959-4440-B120-03CA10615624}"/>
              </a:ext>
            </a:extLst>
          </p:cNvPr>
          <p:cNvSpPr/>
          <p:nvPr/>
        </p:nvSpPr>
        <p:spPr>
          <a:xfrm>
            <a:off x="9353331" y="3577546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CE5CCA1-59C4-49BB-B8C8-B7A79229A19D}"/>
              </a:ext>
            </a:extLst>
          </p:cNvPr>
          <p:cNvSpPr/>
          <p:nvPr/>
        </p:nvSpPr>
        <p:spPr>
          <a:xfrm>
            <a:off x="9414601" y="262007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3" name="Ellipse 151">
            <a:extLst>
              <a:ext uri="{FF2B5EF4-FFF2-40B4-BE49-F238E27FC236}">
                <a16:creationId xmlns:a16="http://schemas.microsoft.com/office/drawing/2014/main" id="{EC3C1C5A-B40E-4EEC-B17B-5735857B36EC}"/>
              </a:ext>
            </a:extLst>
          </p:cNvPr>
          <p:cNvSpPr/>
          <p:nvPr/>
        </p:nvSpPr>
        <p:spPr>
          <a:xfrm>
            <a:off x="9343641" y="2585654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24D5840-E35D-47C5-A8C5-2AEED98B9C83}"/>
              </a:ext>
            </a:extLst>
          </p:cNvPr>
          <p:cNvSpPr/>
          <p:nvPr/>
        </p:nvSpPr>
        <p:spPr>
          <a:xfrm>
            <a:off x="9329860" y="3590198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5" name="Connecteur droit 4">
            <a:extLst>
              <a:ext uri="{FF2B5EF4-FFF2-40B4-BE49-F238E27FC236}">
                <a16:creationId xmlns:a16="http://schemas.microsoft.com/office/drawing/2014/main" id="{D5B03866-F262-445A-9A32-A6D2A03249AC}"/>
              </a:ext>
            </a:extLst>
          </p:cNvPr>
          <p:cNvCxnSpPr>
            <a:cxnSpLocks/>
            <a:stCxn id="221" idx="6"/>
            <a:endCxn id="219" idx="2"/>
          </p:cNvCxnSpPr>
          <p:nvPr/>
        </p:nvCxnSpPr>
        <p:spPr>
          <a:xfrm flipV="1">
            <a:off x="9764409" y="2824521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avec flèche 156">
            <a:extLst>
              <a:ext uri="{FF2B5EF4-FFF2-40B4-BE49-F238E27FC236}">
                <a16:creationId xmlns:a16="http://schemas.microsoft.com/office/drawing/2014/main" id="{27D8CF7A-A07D-4E83-8E0C-97178786C885}"/>
              </a:ext>
            </a:extLst>
          </p:cNvPr>
          <p:cNvCxnSpPr>
            <a:cxnSpLocks/>
            <a:stCxn id="219" idx="6"/>
            <a:endCxn id="233" idx="1"/>
          </p:cNvCxnSpPr>
          <p:nvPr/>
        </p:nvCxnSpPr>
        <p:spPr>
          <a:xfrm>
            <a:off x="11018433" y="2824521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171">
            <a:extLst>
              <a:ext uri="{FF2B5EF4-FFF2-40B4-BE49-F238E27FC236}">
                <a16:creationId xmlns:a16="http://schemas.microsoft.com/office/drawing/2014/main" id="{AFAC393F-D90B-4BDA-B42C-AF9AE4173817}"/>
              </a:ext>
            </a:extLst>
          </p:cNvPr>
          <p:cNvSpPr txBox="1"/>
          <p:nvPr/>
        </p:nvSpPr>
        <p:spPr>
          <a:xfrm>
            <a:off x="11102003" y="271317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28" name="Ellipse 155">
            <a:extLst>
              <a:ext uri="{FF2B5EF4-FFF2-40B4-BE49-F238E27FC236}">
                <a16:creationId xmlns:a16="http://schemas.microsoft.com/office/drawing/2014/main" id="{B9E42A5D-33C1-4B7F-949E-75EB61BCBC39}"/>
              </a:ext>
            </a:extLst>
          </p:cNvPr>
          <p:cNvSpPr/>
          <p:nvPr/>
        </p:nvSpPr>
        <p:spPr>
          <a:xfrm>
            <a:off x="10262543" y="3579593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29" name="Connecteur droit 4">
            <a:extLst>
              <a:ext uri="{FF2B5EF4-FFF2-40B4-BE49-F238E27FC236}">
                <a16:creationId xmlns:a16="http://schemas.microsoft.com/office/drawing/2014/main" id="{057F16F0-E21A-43C6-92A4-4945FB697F9D}"/>
              </a:ext>
            </a:extLst>
          </p:cNvPr>
          <p:cNvCxnSpPr>
            <a:cxnSpLocks/>
            <a:stCxn id="223" idx="6"/>
            <a:endCxn id="228" idx="2"/>
          </p:cNvCxnSpPr>
          <p:nvPr/>
        </p:nvCxnSpPr>
        <p:spPr>
          <a:xfrm>
            <a:off x="9764409" y="2819654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4">
            <a:extLst>
              <a:ext uri="{FF2B5EF4-FFF2-40B4-BE49-F238E27FC236}">
                <a16:creationId xmlns:a16="http://schemas.microsoft.com/office/drawing/2014/main" id="{60F0ADA8-7678-493B-B972-E5244B92B870}"/>
              </a:ext>
            </a:extLst>
          </p:cNvPr>
          <p:cNvCxnSpPr>
            <a:cxnSpLocks/>
            <a:stCxn id="221" idx="6"/>
            <a:endCxn id="228" idx="2"/>
          </p:cNvCxnSpPr>
          <p:nvPr/>
        </p:nvCxnSpPr>
        <p:spPr>
          <a:xfrm flipV="1">
            <a:off x="9764409" y="3810425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avec flèche 156">
            <a:extLst>
              <a:ext uri="{FF2B5EF4-FFF2-40B4-BE49-F238E27FC236}">
                <a16:creationId xmlns:a16="http://schemas.microsoft.com/office/drawing/2014/main" id="{0BF9C3B5-BD0E-4555-998F-EBD0266E3731}"/>
              </a:ext>
            </a:extLst>
          </p:cNvPr>
          <p:cNvCxnSpPr>
            <a:cxnSpLocks/>
            <a:stCxn id="228" idx="6"/>
            <a:endCxn id="233" idx="3"/>
          </p:cNvCxnSpPr>
          <p:nvPr/>
        </p:nvCxnSpPr>
        <p:spPr>
          <a:xfrm flipV="1">
            <a:off x="11018543" y="3483845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ZoneTexte 171">
            <a:extLst>
              <a:ext uri="{FF2B5EF4-FFF2-40B4-BE49-F238E27FC236}">
                <a16:creationId xmlns:a16="http://schemas.microsoft.com/office/drawing/2014/main" id="{F2BB868D-B2B4-46EE-A368-46E496A845C9}"/>
              </a:ext>
            </a:extLst>
          </p:cNvPr>
          <p:cNvSpPr txBox="1"/>
          <p:nvPr/>
        </p:nvSpPr>
        <p:spPr>
          <a:xfrm>
            <a:off x="10899473" y="337558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33" name="Ellipse 155">
            <a:extLst>
              <a:ext uri="{FF2B5EF4-FFF2-40B4-BE49-F238E27FC236}">
                <a16:creationId xmlns:a16="http://schemas.microsoft.com/office/drawing/2014/main" id="{D9047CC6-3032-4667-B022-96B204817DDB}"/>
              </a:ext>
            </a:extLst>
          </p:cNvPr>
          <p:cNvSpPr/>
          <p:nvPr/>
        </p:nvSpPr>
        <p:spPr>
          <a:xfrm>
            <a:off x="11133473" y="3053654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34" name="Connecteur droit avec flèche 156">
            <a:extLst>
              <a:ext uri="{FF2B5EF4-FFF2-40B4-BE49-F238E27FC236}">
                <a16:creationId xmlns:a16="http://schemas.microsoft.com/office/drawing/2014/main" id="{2373DEA8-0C78-4DC0-96C7-F6062EEA9161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11817473" y="3305654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ZoneTexte 171">
            <a:extLst>
              <a:ext uri="{FF2B5EF4-FFF2-40B4-BE49-F238E27FC236}">
                <a16:creationId xmlns:a16="http://schemas.microsoft.com/office/drawing/2014/main" id="{E9DD16C4-54F8-43E7-A7C8-92B6C80580B9}"/>
              </a:ext>
            </a:extLst>
          </p:cNvPr>
          <p:cNvSpPr txBox="1"/>
          <p:nvPr/>
        </p:nvSpPr>
        <p:spPr>
          <a:xfrm>
            <a:off x="11774323" y="2938980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09" name="Ellipse 155">
            <a:extLst>
              <a:ext uri="{FF2B5EF4-FFF2-40B4-BE49-F238E27FC236}">
                <a16:creationId xmlns:a16="http://schemas.microsoft.com/office/drawing/2014/main" id="{F7CDB9BC-603B-4249-BF06-C77F3E9BC513}"/>
              </a:ext>
            </a:extLst>
          </p:cNvPr>
          <p:cNvSpPr/>
          <p:nvPr/>
        </p:nvSpPr>
        <p:spPr>
          <a:xfrm>
            <a:off x="4597380" y="487297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10" name="Connecteur droit 4">
            <a:extLst>
              <a:ext uri="{FF2B5EF4-FFF2-40B4-BE49-F238E27FC236}">
                <a16:creationId xmlns:a16="http://schemas.microsoft.com/office/drawing/2014/main" id="{F5C88C59-B413-44A8-A4EE-5FBD59734706}"/>
              </a:ext>
            </a:extLst>
          </p:cNvPr>
          <p:cNvCxnSpPr>
            <a:cxnSpLocks/>
            <a:stCxn id="113" idx="6"/>
            <a:endCxn id="109" idx="2"/>
          </p:cNvCxnSpPr>
          <p:nvPr/>
        </p:nvCxnSpPr>
        <p:spPr>
          <a:xfrm>
            <a:off x="4099356" y="5098940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lipse 167">
            <a:extLst>
              <a:ext uri="{FF2B5EF4-FFF2-40B4-BE49-F238E27FC236}">
                <a16:creationId xmlns:a16="http://schemas.microsoft.com/office/drawing/2014/main" id="{70DA9476-A10D-4F45-BD19-D4CD7AB5350C}"/>
              </a:ext>
            </a:extLst>
          </p:cNvPr>
          <p:cNvSpPr/>
          <p:nvPr/>
        </p:nvSpPr>
        <p:spPr>
          <a:xfrm>
            <a:off x="3688278" y="5856832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68250F-F657-4449-8941-4B5501B877F1}"/>
              </a:ext>
            </a:extLst>
          </p:cNvPr>
          <p:cNvSpPr/>
          <p:nvPr/>
        </p:nvSpPr>
        <p:spPr>
          <a:xfrm>
            <a:off x="3749548" y="489936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13" name="Ellipse 151">
            <a:extLst>
              <a:ext uri="{FF2B5EF4-FFF2-40B4-BE49-F238E27FC236}">
                <a16:creationId xmlns:a16="http://schemas.microsoft.com/office/drawing/2014/main" id="{5758AD48-48F0-461D-B032-27B04B04662E}"/>
              </a:ext>
            </a:extLst>
          </p:cNvPr>
          <p:cNvSpPr/>
          <p:nvPr/>
        </p:nvSpPr>
        <p:spPr>
          <a:xfrm>
            <a:off x="3678588" y="4864940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50BD26-BA24-415F-A7CC-8A0B8C50D0AD}"/>
              </a:ext>
            </a:extLst>
          </p:cNvPr>
          <p:cNvSpPr/>
          <p:nvPr/>
        </p:nvSpPr>
        <p:spPr>
          <a:xfrm>
            <a:off x="3664807" y="5869484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8" name="Connecteur droit 4">
            <a:extLst>
              <a:ext uri="{FF2B5EF4-FFF2-40B4-BE49-F238E27FC236}">
                <a16:creationId xmlns:a16="http://schemas.microsoft.com/office/drawing/2014/main" id="{791E1B71-C24F-419C-924C-BA96D4B62120}"/>
              </a:ext>
            </a:extLst>
          </p:cNvPr>
          <p:cNvCxnSpPr>
            <a:cxnSpLocks/>
            <a:stCxn id="111" idx="6"/>
            <a:endCxn id="109" idx="2"/>
          </p:cNvCxnSpPr>
          <p:nvPr/>
        </p:nvCxnSpPr>
        <p:spPr>
          <a:xfrm flipV="1">
            <a:off x="4099356" y="5103807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56">
            <a:extLst>
              <a:ext uri="{FF2B5EF4-FFF2-40B4-BE49-F238E27FC236}">
                <a16:creationId xmlns:a16="http://schemas.microsoft.com/office/drawing/2014/main" id="{07125431-5481-4041-B995-D37C867046A1}"/>
              </a:ext>
            </a:extLst>
          </p:cNvPr>
          <p:cNvCxnSpPr>
            <a:cxnSpLocks/>
            <a:stCxn id="109" idx="6"/>
            <a:endCxn id="126" idx="1"/>
          </p:cNvCxnSpPr>
          <p:nvPr/>
        </p:nvCxnSpPr>
        <p:spPr>
          <a:xfrm>
            <a:off x="5353380" y="5103807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lipse 155">
            <a:extLst>
              <a:ext uri="{FF2B5EF4-FFF2-40B4-BE49-F238E27FC236}">
                <a16:creationId xmlns:a16="http://schemas.microsoft.com/office/drawing/2014/main" id="{0D92E3F5-2DAD-4567-B442-54A4922AEFA8}"/>
              </a:ext>
            </a:extLst>
          </p:cNvPr>
          <p:cNvSpPr/>
          <p:nvPr/>
        </p:nvSpPr>
        <p:spPr>
          <a:xfrm>
            <a:off x="4597490" y="585887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22" name="Connecteur droit 4">
            <a:extLst>
              <a:ext uri="{FF2B5EF4-FFF2-40B4-BE49-F238E27FC236}">
                <a16:creationId xmlns:a16="http://schemas.microsoft.com/office/drawing/2014/main" id="{903E66D9-0FA3-4770-BAD3-AD517BAA5531}"/>
              </a:ext>
            </a:extLst>
          </p:cNvPr>
          <p:cNvCxnSpPr>
            <a:cxnSpLocks/>
            <a:stCxn id="113" idx="6"/>
            <a:endCxn id="121" idx="2"/>
          </p:cNvCxnSpPr>
          <p:nvPr/>
        </p:nvCxnSpPr>
        <p:spPr>
          <a:xfrm>
            <a:off x="4099356" y="5098940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4">
            <a:extLst>
              <a:ext uri="{FF2B5EF4-FFF2-40B4-BE49-F238E27FC236}">
                <a16:creationId xmlns:a16="http://schemas.microsoft.com/office/drawing/2014/main" id="{13DB2E73-896B-499F-B001-6F4DE20C5C1C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4099356" y="6089711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56">
            <a:extLst>
              <a:ext uri="{FF2B5EF4-FFF2-40B4-BE49-F238E27FC236}">
                <a16:creationId xmlns:a16="http://schemas.microsoft.com/office/drawing/2014/main" id="{550F7A94-F2CC-4FE8-B9FD-E97EE3C246CC}"/>
              </a:ext>
            </a:extLst>
          </p:cNvPr>
          <p:cNvCxnSpPr>
            <a:cxnSpLocks/>
            <a:stCxn id="121" idx="6"/>
            <a:endCxn id="126" idx="3"/>
          </p:cNvCxnSpPr>
          <p:nvPr/>
        </p:nvCxnSpPr>
        <p:spPr>
          <a:xfrm flipV="1">
            <a:off x="5353490" y="5763131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lipse 155">
            <a:extLst>
              <a:ext uri="{FF2B5EF4-FFF2-40B4-BE49-F238E27FC236}">
                <a16:creationId xmlns:a16="http://schemas.microsoft.com/office/drawing/2014/main" id="{E7456B76-6C8F-431C-B1CC-D2BB600C5663}"/>
              </a:ext>
            </a:extLst>
          </p:cNvPr>
          <p:cNvSpPr/>
          <p:nvPr/>
        </p:nvSpPr>
        <p:spPr>
          <a:xfrm>
            <a:off x="5468420" y="5332940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27" name="Connecteur droit avec flèche 156">
            <a:extLst>
              <a:ext uri="{FF2B5EF4-FFF2-40B4-BE49-F238E27FC236}">
                <a16:creationId xmlns:a16="http://schemas.microsoft.com/office/drawing/2014/main" id="{103198E8-AB11-4EBF-BECA-0629914226E4}"/>
              </a:ext>
            </a:extLst>
          </p:cNvPr>
          <p:cNvCxnSpPr>
            <a:cxnSpLocks/>
            <a:stCxn id="126" idx="6"/>
          </p:cNvCxnSpPr>
          <p:nvPr/>
        </p:nvCxnSpPr>
        <p:spPr>
          <a:xfrm>
            <a:off x="6152420" y="5584940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71">
            <a:extLst>
              <a:ext uri="{FF2B5EF4-FFF2-40B4-BE49-F238E27FC236}">
                <a16:creationId xmlns:a16="http://schemas.microsoft.com/office/drawing/2014/main" id="{3D7BC3EA-A498-48A9-9368-0BD1365841D7}"/>
              </a:ext>
            </a:extLst>
          </p:cNvPr>
          <p:cNvSpPr txBox="1"/>
          <p:nvPr/>
        </p:nvSpPr>
        <p:spPr>
          <a:xfrm>
            <a:off x="6109270" y="5218266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67" grpId="0" animBg="1"/>
      <p:bldP spid="71" grpId="0"/>
      <p:bldP spid="63" grpId="0" animBg="1"/>
      <p:bldP spid="128" grpId="0"/>
      <p:bldP spid="185" grpId="0" animBg="1"/>
      <p:bldP spid="187" grpId="0" animBg="1"/>
      <p:bldP spid="188" grpId="0"/>
      <p:bldP spid="189" grpId="0" animBg="1"/>
      <p:bldP spid="190" grpId="0"/>
      <p:bldP spid="193" grpId="0"/>
      <p:bldP spid="194" grpId="0" animBg="1"/>
      <p:bldP spid="198" grpId="0"/>
      <p:bldP spid="199" grpId="0" animBg="1"/>
      <p:bldP spid="201" grpId="0"/>
      <p:bldP spid="202" grpId="0" animBg="1"/>
      <p:bldP spid="204" grpId="0" animBg="1"/>
      <p:bldP spid="205" grpId="0"/>
      <p:bldP spid="206" grpId="0" animBg="1"/>
      <p:bldP spid="207" grpId="0"/>
      <p:bldP spid="210" grpId="0"/>
      <p:bldP spid="211" grpId="0" animBg="1"/>
      <p:bldP spid="215" grpId="0"/>
      <p:bldP spid="216" grpId="0" animBg="1"/>
      <p:bldP spid="218" grpId="0"/>
      <p:bldP spid="219" grpId="0" animBg="1"/>
      <p:bldP spid="221" grpId="0" animBg="1"/>
      <p:bldP spid="222" grpId="0"/>
      <p:bldP spid="223" grpId="0" animBg="1"/>
      <p:bldP spid="224" grpId="0"/>
      <p:bldP spid="227" grpId="0"/>
      <p:bldP spid="228" grpId="0" animBg="1"/>
      <p:bldP spid="232" grpId="0"/>
      <p:bldP spid="233" grpId="0" animBg="1"/>
      <p:bldP spid="235" grpId="0"/>
      <p:bldP spid="109" grpId="0" animBg="1"/>
      <p:bldP spid="111" grpId="0" animBg="1"/>
      <p:bldP spid="112" grpId="0"/>
      <p:bldP spid="113" grpId="0" animBg="1"/>
      <p:bldP spid="117" grpId="0"/>
      <p:bldP spid="121" grpId="0" animBg="1"/>
      <p:bldP spid="126" grpId="0" animBg="1"/>
      <p:bldP spid="1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472440" y="1085858"/>
            <a:ext cx="114452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Utiliser </a:t>
            </a:r>
            <a:r>
              <a:rPr lang="fr-MA" sz="3200" dirty="0" err="1"/>
              <a:t>keras</a:t>
            </a:r>
            <a:r>
              <a:rPr lang="fr-MA" sz="3200" dirty="0"/>
              <a:t> pour créer un réseau de neurones avec plusieurs neurones (couche, layer)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Ce qu’il faut connaitre: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b="1" dirty="0"/>
              <a:t>Comment créer un </a:t>
            </a:r>
            <a:r>
              <a:rPr lang="fr-MA" sz="3200" b="1" dirty="0" err="1"/>
              <a:t>multilayer</a:t>
            </a:r>
            <a:r>
              <a:rPr lang="fr-MA" sz="3200" b="1" dirty="0"/>
              <a:t> neural network (en général)?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Découvrir les éléments du neural network créé: W, </a:t>
            </a:r>
            <a:r>
              <a:rPr lang="fr-MA" sz="3200" dirty="0" err="1"/>
              <a:t>bias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3115562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5C7F174-A682-4A7B-99A1-791FB437E2E7}"/>
              </a:ext>
            </a:extLst>
          </p:cNvPr>
          <p:cNvSpPr txBox="1"/>
          <p:nvPr/>
        </p:nvSpPr>
        <p:spPr>
          <a:xfrm>
            <a:off x="3773840" y="316857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HIDDEN LAYER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1D71E9-7469-4CF8-B878-9B45CF8665E1}"/>
              </a:ext>
            </a:extLst>
          </p:cNvPr>
          <p:cNvSpPr txBox="1"/>
          <p:nvPr/>
        </p:nvSpPr>
        <p:spPr>
          <a:xfrm>
            <a:off x="940437" y="1009583"/>
            <a:ext cx="140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INPUT LAYER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4B581-39F6-4427-981C-F35E07099098}"/>
              </a:ext>
            </a:extLst>
          </p:cNvPr>
          <p:cNvSpPr txBox="1"/>
          <p:nvPr/>
        </p:nvSpPr>
        <p:spPr>
          <a:xfrm>
            <a:off x="6842096" y="578582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OUTPUT LAYER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004398F-A987-40E4-99E5-5A4E11D9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23" y="1300780"/>
            <a:ext cx="6363901" cy="547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3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500188" y="1085858"/>
            <a:ext cx="89725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Modèle et ses paramètres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le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une couche et l’ajouter au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Paramètres d’une couche</a:t>
            </a:r>
          </a:p>
        </p:txBody>
      </p:sp>
    </p:spTree>
    <p:extLst>
      <p:ext uri="{BB962C8B-B14F-4D97-AF65-F5344CB8AC3E}">
        <p14:creationId xmlns:p14="http://schemas.microsoft.com/office/powerpoint/2010/main" val="3987643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et ses paramètres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8" y="500104"/>
            <a:ext cx="7134249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endParaRPr lang="fr-MA" sz="1600" dirty="0"/>
          </a:p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Flatten</a:t>
            </a:r>
            <a:r>
              <a:rPr lang="fr-MA" sz="1600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8" y="1214359"/>
            <a:ext cx="7134249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/>
              <a:t>model</a:t>
            </a:r>
            <a:r>
              <a:rPr lang="fr-MA" sz="1600" dirty="0"/>
              <a:t> = 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7138999" cy="297004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#input_layer=Flatten(input_shape=</a:t>
            </a:r>
            <a:r>
              <a:rPr lang="fr-MA" sz="1600" b="1" dirty="0">
                <a:solidFill>
                  <a:srgbClr val="FF0000"/>
                </a:solidFill>
              </a:rPr>
              <a:t>[2, 1]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#model.add(input_layer)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4</a:t>
            </a:r>
            <a:r>
              <a:rPr lang="fr-MA" sz="1600" dirty="0"/>
              <a:t>, </a:t>
            </a:r>
            <a:r>
              <a:rPr lang="fr-MA" sz="2400" b="1" dirty="0" err="1"/>
              <a:t>input_dim</a:t>
            </a:r>
            <a:r>
              <a:rPr lang="fr-MA" sz="2400" b="1" dirty="0"/>
              <a:t>=</a:t>
            </a:r>
            <a:r>
              <a:rPr lang="fr-MA" sz="2400" b="1" dirty="0">
                <a:solidFill>
                  <a:srgbClr val="FF0000"/>
                </a:solidFill>
              </a:rPr>
              <a:t>2</a:t>
            </a:r>
            <a:r>
              <a:rPr lang="fr-MA" sz="1600" dirty="0"/>
              <a:t>,kernel_initializer='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3</a:t>
            </a:r>
            <a:r>
              <a:rPr lang="fr-MA" sz="1600" dirty="0"/>
              <a:t>, </a:t>
            </a:r>
            <a:r>
              <a:rPr lang="fr-MA" sz="1600" dirty="0" err="1"/>
              <a:t>kernel_initializer</a:t>
            </a:r>
            <a:r>
              <a:rPr lang="fr-MA" sz="1600" dirty="0"/>
              <a:t>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model.summary</a:t>
            </a:r>
            <a:r>
              <a:rPr lang="en-US" sz="1600" dirty="0"/>
              <a:t>())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model.get_weights</a:t>
            </a:r>
            <a:r>
              <a:rPr lang="en-US" sz="1600" dirty="0"/>
              <a:t>()) </a:t>
            </a:r>
            <a:r>
              <a:rPr lang="en-US" sz="1600" dirty="0">
                <a:solidFill>
                  <a:srgbClr val="00B050"/>
                </a:solidFill>
              </a:rPr>
              <a:t>#initial weights</a:t>
            </a:r>
            <a:endParaRPr lang="fr-MA" sz="16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730976"/>
            <a:ext cx="7138999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/>
              <a:t>loss</a:t>
            </a:r>
            <a:r>
              <a:rPr lang="fr-MA" sz="1600" dirty="0"/>
              <a:t>="</a:t>
            </a:r>
            <a:r>
              <a:rPr lang="fr-MA" sz="1600" dirty="0" err="1"/>
              <a:t>categorial_crossentropy</a:t>
            </a:r>
            <a:r>
              <a:rPr lang="fr-MA" sz="1600" dirty="0"/>
              <a:t>", 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optimizer</a:t>
            </a:r>
            <a:r>
              <a:rPr lang="fr-MA" sz="1600" dirty="0"/>
              <a:t>="</a:t>
            </a:r>
            <a:r>
              <a:rPr lang="fr-MA" sz="1600" dirty="0" err="1"/>
              <a:t>adam</a:t>
            </a:r>
            <a:r>
              <a:rPr lang="fr-MA" sz="1600" dirty="0"/>
              <a:t>",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metrics</a:t>
            </a:r>
            <a:r>
              <a:rPr lang="fr-MA" sz="1600" dirty="0"/>
              <a:t>=["</a:t>
            </a:r>
            <a:r>
              <a:rPr lang="fr-MA" sz="1600" dirty="0" err="1"/>
              <a:t>accuracy</a:t>
            </a:r>
            <a:r>
              <a:rPr lang="fr-MA" sz="1600" dirty="0"/>
              <a:t>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7DB6-B85E-4BF8-8E46-0C95ED3F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87" y="278752"/>
            <a:ext cx="4435088" cy="3815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C5CB1-5E31-4B41-A2EB-3770E3EE18AE}"/>
              </a:ext>
            </a:extLst>
          </p:cNvPr>
          <p:cNvSpPr txBox="1"/>
          <p:nvPr/>
        </p:nvSpPr>
        <p:spPr>
          <a:xfrm>
            <a:off x="7366385" y="4144743"/>
            <a:ext cx="4805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dirty="0"/>
              <a:t>[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66FF"/>
                </a:solidFill>
              </a:rPr>
              <a:t>[1., 1., 1., 1.]</a:t>
            </a:r>
            <a:r>
              <a:rPr lang="fr-MA" sz="1400" dirty="0"/>
              <a:t>,</a:t>
            </a:r>
            <a:r>
              <a:rPr lang="fr-MA" sz="1400" b="1" dirty="0">
                <a:solidFill>
                  <a:srgbClr val="FF0000"/>
                </a:solidFill>
              </a:rPr>
              <a:t>[1., 1., 1., 1.]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array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[0., 0., 0., 0.]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B050"/>
                </a:solidFill>
              </a:rPr>
              <a:t>[-0.03575971, -0.02119735,  0.01558626]</a:t>
            </a:r>
            <a:r>
              <a:rPr lang="fr-MA" sz="1400" dirty="0"/>
              <a:t>,</a:t>
            </a:r>
          </a:p>
          <a:p>
            <a:r>
              <a:rPr lang="fr-MA" sz="1400" dirty="0"/>
              <a:t>       </a:t>
            </a:r>
            <a:r>
              <a:rPr lang="fr-MA" sz="1400" b="1" dirty="0">
                <a:solidFill>
                  <a:schemeClr val="accent2">
                    <a:lumMod val="75000"/>
                  </a:schemeClr>
                </a:solidFill>
              </a:rPr>
              <a:t>[ 0.04222678, -0.04578313,  0.0360521 ]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/>
              <a:t> [-0.02753322,  0.00745941, -0.04211374]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>
                <a:solidFill>
                  <a:schemeClr val="accent2"/>
                </a:solidFill>
              </a:rPr>
              <a:t> [-0.04299896, -0.04190966,  0.02975568]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</a:t>
            </a:r>
            <a:r>
              <a:rPr lang="fr-MA" sz="1400" b="1" dirty="0" err="1">
                <a:solidFill>
                  <a:srgbClr val="C00000"/>
                </a:solidFill>
              </a:rPr>
              <a:t>array</a:t>
            </a:r>
            <a:r>
              <a:rPr lang="fr-MA" sz="1400" b="1" dirty="0">
                <a:solidFill>
                  <a:srgbClr val="C00000"/>
                </a:solidFill>
              </a:rPr>
              <a:t>([1., 1., 1.]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=float32)]</a:t>
            </a:r>
          </a:p>
        </p:txBody>
      </p:sp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1418848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223832" y="2439478"/>
            <a:ext cx="7421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endParaRPr lang="fr-M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binary_crossentropy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BB11F5-3B40-45C6-A6F1-32FFDA87BDE0}"/>
              </a:ext>
            </a:extLst>
          </p:cNvPr>
          <p:cNvSpPr/>
          <p:nvPr/>
        </p:nvSpPr>
        <p:spPr>
          <a:xfrm>
            <a:off x="7929553" y="3329932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9FC7F-5D8C-40FE-8261-E1FEFBE15D70}"/>
              </a:ext>
            </a:extLst>
          </p:cNvPr>
          <p:cNvSpPr/>
          <p:nvPr/>
        </p:nvSpPr>
        <p:spPr>
          <a:xfrm>
            <a:off x="7929553" y="5082544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4D3BE-2F49-4B34-9C00-8D464BBF2861}"/>
              </a:ext>
            </a:extLst>
          </p:cNvPr>
          <p:cNvSpPr/>
          <p:nvPr/>
        </p:nvSpPr>
        <p:spPr>
          <a:xfrm>
            <a:off x="9982192" y="3337091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FFF1AC-9D5D-408A-AA15-84356F14E1C7}"/>
              </a:ext>
            </a:extLst>
          </p:cNvPr>
          <p:cNvSpPr/>
          <p:nvPr/>
        </p:nvSpPr>
        <p:spPr>
          <a:xfrm>
            <a:off x="9982192" y="5118273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BDDE0F-2C95-47D8-BA8F-5AEA51A7D5AE}"/>
              </a:ext>
            </a:extLst>
          </p:cNvPr>
          <p:cNvSpPr/>
          <p:nvPr/>
        </p:nvSpPr>
        <p:spPr>
          <a:xfrm>
            <a:off x="11320449" y="4180056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E8DFA-5378-488B-BE51-C0C4F802CB1D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543915" y="3651401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9B8BA-89DB-454F-8249-0A679BF814C4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8543915" y="3651401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95409-861E-4DEE-8BE3-0825D920EF1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543915" y="3658560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06218-C8D3-4BA1-A1AD-CFB89BC12A4E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8543915" y="5404013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F4094-4A99-4120-8014-335AB03C75B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0596554" y="3658560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ACA90C-D7CA-46A3-9F2B-3CE8EECB032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596554" y="4501525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C451A-6BE6-475C-AF26-B7084CB7922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9805386" y="3138942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2753D-697C-476C-B644-8ED19CC8E4B9}"/>
              </a:ext>
            </a:extLst>
          </p:cNvPr>
          <p:cNvCxnSpPr>
            <a:cxnSpLocks/>
          </p:cNvCxnSpPr>
          <p:nvPr/>
        </p:nvCxnSpPr>
        <p:spPr>
          <a:xfrm>
            <a:off x="9944096" y="4710376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D7658-28B6-4C0C-BBE7-8D540E75E4F5}"/>
              </a:ext>
            </a:extLst>
          </p:cNvPr>
          <p:cNvCxnSpPr>
            <a:cxnSpLocks/>
          </p:cNvCxnSpPr>
          <p:nvPr/>
        </p:nvCxnSpPr>
        <p:spPr>
          <a:xfrm>
            <a:off x="11320449" y="3861727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A05EBA-51D0-408C-8A87-2EB34EC5B1EB}"/>
              </a:ext>
            </a:extLst>
          </p:cNvPr>
          <p:cNvSpPr txBox="1"/>
          <p:nvPr/>
        </p:nvSpPr>
        <p:spPr>
          <a:xfrm>
            <a:off x="9529487" y="28511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C05EB-7F5E-4AB7-B2A6-7C6F16E0CC28}"/>
              </a:ext>
            </a:extLst>
          </p:cNvPr>
          <p:cNvSpPr txBox="1"/>
          <p:nvPr/>
        </p:nvSpPr>
        <p:spPr>
          <a:xfrm>
            <a:off x="9576786" y="454532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6566-5E61-433E-A199-E59A9736FBEF}"/>
              </a:ext>
            </a:extLst>
          </p:cNvPr>
          <p:cNvSpPr txBox="1"/>
          <p:nvPr/>
        </p:nvSpPr>
        <p:spPr>
          <a:xfrm>
            <a:off x="11091849" y="34999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9DF87-9E2B-4542-9F2D-DD1D92C3B6C8}"/>
              </a:ext>
            </a:extLst>
          </p:cNvPr>
          <p:cNvSpPr txBox="1"/>
          <p:nvPr/>
        </p:nvSpPr>
        <p:spPr>
          <a:xfrm>
            <a:off x="8724896" y="326778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FF26-F070-4580-B11F-657EF6E079AE}"/>
              </a:ext>
            </a:extLst>
          </p:cNvPr>
          <p:cNvSpPr txBox="1"/>
          <p:nvPr/>
        </p:nvSpPr>
        <p:spPr>
          <a:xfrm>
            <a:off x="8762992" y="37096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DEE3-3D71-49C7-A3D7-F77CDF6BADF6}"/>
              </a:ext>
            </a:extLst>
          </p:cNvPr>
          <p:cNvSpPr txBox="1"/>
          <p:nvPr/>
        </p:nvSpPr>
        <p:spPr>
          <a:xfrm>
            <a:off x="8777866" y="4502490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4957D-888C-4B96-BFDF-3C4F9EAA8120}"/>
              </a:ext>
            </a:extLst>
          </p:cNvPr>
          <p:cNvSpPr txBox="1"/>
          <p:nvPr/>
        </p:nvSpPr>
        <p:spPr>
          <a:xfrm>
            <a:off x="8827724" y="5024238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2960A-C5D3-4A56-A708-6498BED97621}"/>
              </a:ext>
            </a:extLst>
          </p:cNvPr>
          <p:cNvSpPr txBox="1"/>
          <p:nvPr/>
        </p:nvSpPr>
        <p:spPr>
          <a:xfrm>
            <a:off x="10272703" y="4030387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17D55-034C-4B75-931C-2C3075FD6861}"/>
              </a:ext>
            </a:extLst>
          </p:cNvPr>
          <p:cNvSpPr txBox="1"/>
          <p:nvPr/>
        </p:nvSpPr>
        <p:spPr>
          <a:xfrm>
            <a:off x="10347118" y="4687156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C9536-86A9-495F-8213-F25002236A47}"/>
              </a:ext>
            </a:extLst>
          </p:cNvPr>
          <p:cNvSpPr txBox="1"/>
          <p:nvPr/>
        </p:nvSpPr>
        <p:spPr>
          <a:xfrm>
            <a:off x="91440" y="123174"/>
            <a:ext cx="609361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b="1" dirty="0"/>
              <a:t>Revenons à</a:t>
            </a:r>
          </a:p>
          <a:p>
            <a:pPr>
              <a:spcAft>
                <a:spcPts val="1200"/>
              </a:spcAft>
            </a:pPr>
            <a:r>
              <a:rPr lang="fr-MA" sz="3200" b="1" dirty="0"/>
              <a:t>XOR </a:t>
            </a:r>
            <a:r>
              <a:rPr lang="fr-MA" sz="3200" b="1" dirty="0" err="1"/>
              <a:t>Problem</a:t>
            </a:r>
            <a:endParaRPr lang="fr-MA" sz="3200" b="1" dirty="0"/>
          </a:p>
        </p:txBody>
      </p:sp>
      <p:sp>
        <p:nvSpPr>
          <p:cNvPr id="2" name="Ellipse 155">
            <a:extLst>
              <a:ext uri="{FF2B5EF4-FFF2-40B4-BE49-F238E27FC236}">
                <a16:creationId xmlns:a16="http://schemas.microsoft.com/office/drawing/2014/main" id="{C603C7D9-53C6-2B5C-C95E-A9C0403592DE}"/>
              </a:ext>
            </a:extLst>
          </p:cNvPr>
          <p:cNvSpPr/>
          <p:nvPr/>
        </p:nvSpPr>
        <p:spPr>
          <a:xfrm>
            <a:off x="8842192" y="4249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3" name="Connecteur droit 4">
            <a:extLst>
              <a:ext uri="{FF2B5EF4-FFF2-40B4-BE49-F238E27FC236}">
                <a16:creationId xmlns:a16="http://schemas.microsoft.com/office/drawing/2014/main" id="{AB9A5BC8-F405-97FD-5725-220A960366D0}"/>
              </a:ext>
            </a:extLst>
          </p:cNvPr>
          <p:cNvCxnSpPr>
            <a:cxnSpLocks/>
            <a:stCxn id="31" idx="6"/>
            <a:endCxn id="2" idx="2"/>
          </p:cNvCxnSpPr>
          <p:nvPr/>
        </p:nvCxnSpPr>
        <p:spPr>
          <a:xfrm>
            <a:off x="8344168" y="650906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167">
            <a:extLst>
              <a:ext uri="{FF2B5EF4-FFF2-40B4-BE49-F238E27FC236}">
                <a16:creationId xmlns:a16="http://schemas.microsoft.com/office/drawing/2014/main" id="{0B6E65E5-7F36-F837-784B-7CA5F1CDB1E3}"/>
              </a:ext>
            </a:extLst>
          </p:cNvPr>
          <p:cNvSpPr/>
          <p:nvPr/>
        </p:nvSpPr>
        <p:spPr>
          <a:xfrm>
            <a:off x="7933090" y="1408798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A16003-0FA0-D3C1-BCE6-BF3F13D3FEDA}"/>
              </a:ext>
            </a:extLst>
          </p:cNvPr>
          <p:cNvSpPr/>
          <p:nvPr/>
        </p:nvSpPr>
        <p:spPr>
          <a:xfrm>
            <a:off x="7994360" y="451329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31" name="Ellipse 151">
            <a:extLst>
              <a:ext uri="{FF2B5EF4-FFF2-40B4-BE49-F238E27FC236}">
                <a16:creationId xmlns:a16="http://schemas.microsoft.com/office/drawing/2014/main" id="{6048D7FB-2B2C-B9C0-2AC7-D51104AE0030}"/>
              </a:ext>
            </a:extLst>
          </p:cNvPr>
          <p:cNvSpPr/>
          <p:nvPr/>
        </p:nvSpPr>
        <p:spPr>
          <a:xfrm>
            <a:off x="7923400" y="416906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E14B3-FAFD-7FD9-951F-6AFF9D689311}"/>
              </a:ext>
            </a:extLst>
          </p:cNvPr>
          <p:cNvSpPr/>
          <p:nvPr/>
        </p:nvSpPr>
        <p:spPr>
          <a:xfrm>
            <a:off x="7909619" y="1421450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Connecteur droit 4">
            <a:extLst>
              <a:ext uri="{FF2B5EF4-FFF2-40B4-BE49-F238E27FC236}">
                <a16:creationId xmlns:a16="http://schemas.microsoft.com/office/drawing/2014/main" id="{6B6E591A-6C4B-B7CE-9C0D-F2ADD92962D9}"/>
              </a:ext>
            </a:extLst>
          </p:cNvPr>
          <p:cNvCxnSpPr>
            <a:cxnSpLocks/>
            <a:stCxn id="29" idx="6"/>
            <a:endCxn id="2" idx="2"/>
          </p:cNvCxnSpPr>
          <p:nvPr/>
        </p:nvCxnSpPr>
        <p:spPr>
          <a:xfrm flipV="1">
            <a:off x="8344168" y="655773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156">
            <a:extLst>
              <a:ext uri="{FF2B5EF4-FFF2-40B4-BE49-F238E27FC236}">
                <a16:creationId xmlns:a16="http://schemas.microsoft.com/office/drawing/2014/main" id="{69FC98D9-04F4-FBB6-E8CD-814C0350E892}"/>
              </a:ext>
            </a:extLst>
          </p:cNvPr>
          <p:cNvCxnSpPr>
            <a:cxnSpLocks/>
            <a:stCxn id="2" idx="6"/>
            <a:endCxn id="40" idx="1"/>
          </p:cNvCxnSpPr>
          <p:nvPr/>
        </p:nvCxnSpPr>
        <p:spPr>
          <a:xfrm>
            <a:off x="9598192" y="655773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155">
            <a:extLst>
              <a:ext uri="{FF2B5EF4-FFF2-40B4-BE49-F238E27FC236}">
                <a16:creationId xmlns:a16="http://schemas.microsoft.com/office/drawing/2014/main" id="{716E0112-771B-0458-1069-08EDF9B80B76}"/>
              </a:ext>
            </a:extLst>
          </p:cNvPr>
          <p:cNvSpPr/>
          <p:nvPr/>
        </p:nvSpPr>
        <p:spPr>
          <a:xfrm>
            <a:off x="8842302" y="141084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37" name="Connecteur droit 4">
            <a:extLst>
              <a:ext uri="{FF2B5EF4-FFF2-40B4-BE49-F238E27FC236}">
                <a16:creationId xmlns:a16="http://schemas.microsoft.com/office/drawing/2014/main" id="{FCBFD80A-8015-81D4-0853-2A862032564A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8344168" y="650906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4">
            <a:extLst>
              <a:ext uri="{FF2B5EF4-FFF2-40B4-BE49-F238E27FC236}">
                <a16:creationId xmlns:a16="http://schemas.microsoft.com/office/drawing/2014/main" id="{32D57D94-413A-DAAF-2ED6-D362D79593E3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 flipV="1">
            <a:off x="8344168" y="1641677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56">
            <a:extLst>
              <a:ext uri="{FF2B5EF4-FFF2-40B4-BE49-F238E27FC236}">
                <a16:creationId xmlns:a16="http://schemas.microsoft.com/office/drawing/2014/main" id="{62DAB40F-880B-EBB1-447A-EAD825B58E11}"/>
              </a:ext>
            </a:extLst>
          </p:cNvPr>
          <p:cNvCxnSpPr>
            <a:cxnSpLocks/>
            <a:stCxn id="36" idx="6"/>
            <a:endCxn id="40" idx="3"/>
          </p:cNvCxnSpPr>
          <p:nvPr/>
        </p:nvCxnSpPr>
        <p:spPr>
          <a:xfrm flipV="1">
            <a:off x="9598302" y="1315097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55">
            <a:extLst>
              <a:ext uri="{FF2B5EF4-FFF2-40B4-BE49-F238E27FC236}">
                <a16:creationId xmlns:a16="http://schemas.microsoft.com/office/drawing/2014/main" id="{4D926CBA-F7EB-A213-CA70-4ABED403DA18}"/>
              </a:ext>
            </a:extLst>
          </p:cNvPr>
          <p:cNvSpPr/>
          <p:nvPr/>
        </p:nvSpPr>
        <p:spPr>
          <a:xfrm>
            <a:off x="9713232" y="884906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41" name="Connecteur droit avec flèche 156">
            <a:extLst>
              <a:ext uri="{FF2B5EF4-FFF2-40B4-BE49-F238E27FC236}">
                <a16:creationId xmlns:a16="http://schemas.microsoft.com/office/drawing/2014/main" id="{8CE82289-9ABF-E95B-E86D-BE41D0BE4A91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0397232" y="1136906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171">
            <a:extLst>
              <a:ext uri="{FF2B5EF4-FFF2-40B4-BE49-F238E27FC236}">
                <a16:creationId xmlns:a16="http://schemas.microsoft.com/office/drawing/2014/main" id="{BC4BDCC0-B8CB-DCAE-A5AF-3E8CB670E777}"/>
              </a:ext>
            </a:extLst>
          </p:cNvPr>
          <p:cNvSpPr txBox="1"/>
          <p:nvPr/>
        </p:nvSpPr>
        <p:spPr>
          <a:xfrm>
            <a:off x="10354082" y="770232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2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A6EF7B91-6584-4E82-B05C-08B96C1C0A58}"/>
              </a:ext>
            </a:extLst>
          </p:cNvPr>
          <p:cNvSpPr txBox="1"/>
          <p:nvPr/>
        </p:nvSpPr>
        <p:spPr>
          <a:xfrm>
            <a:off x="7881931" y="5222308"/>
            <a:ext cx="42374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[</a:t>
            </a:r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66FF"/>
                </a:solidFill>
              </a:rPr>
              <a:t>[1., 1.]</a:t>
            </a:r>
            <a:r>
              <a:rPr lang="fr-MA" sz="1600" dirty="0"/>
              <a:t>,  </a:t>
            </a:r>
            <a:r>
              <a:rPr lang="fr-MA" sz="1600" b="1" dirty="0">
                <a:solidFill>
                  <a:srgbClr val="FF0000"/>
                </a:solidFill>
              </a:rPr>
              <a:t>[1., 1.]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b="1" dirty="0">
                <a:solidFill>
                  <a:srgbClr val="C00000"/>
                </a:solidFill>
              </a:rPr>
              <a:t>[0., 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</a:p>
          <a:p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B050"/>
                </a:solidFill>
              </a:rPr>
              <a:t>[-0.03330588]</a:t>
            </a:r>
            <a:r>
              <a:rPr lang="fr-MA" sz="1600" dirty="0"/>
              <a:t>, </a:t>
            </a:r>
            <a:r>
              <a:rPr lang="fr-MA" sz="1600" b="1" dirty="0">
                <a:solidFill>
                  <a:schemeClr val="accent2">
                    <a:lumMod val="75000"/>
                  </a:schemeClr>
                </a:solidFill>
              </a:rPr>
              <a:t>[ 0.04190588]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dirty="0">
                <a:solidFill>
                  <a:srgbClr val="C00000"/>
                </a:solidFill>
              </a:rPr>
              <a:t>[0.]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417352"/>
            <a:ext cx="7781915" cy="4955203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Activation, </a:t>
            </a:r>
            <a:r>
              <a:rPr lang="fr-MA" sz="1600" dirty="0" err="1"/>
              <a:t>Dense,Flatten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#input_layer = </a:t>
            </a:r>
            <a:r>
              <a:rPr lang="fr-MA" sz="1600" dirty="0" err="1"/>
              <a:t>Flatten</a:t>
            </a:r>
            <a:r>
              <a:rPr lang="fr-MA" sz="1600" dirty="0"/>
              <a:t>(</a:t>
            </a:r>
            <a:r>
              <a:rPr lang="fr-MA" sz="1600" dirty="0" err="1"/>
              <a:t>input_shape</a:t>
            </a:r>
            <a:r>
              <a:rPr lang="fr-MA" sz="1600" dirty="0"/>
              <a:t>=[2,1])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hidden_layer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2</a:t>
            </a:r>
            <a:r>
              <a:rPr lang="fr-MA" sz="1600" b="1" dirty="0"/>
              <a:t>,</a:t>
            </a:r>
            <a:r>
              <a:rPr lang="fr-MA" sz="1600" b="1" dirty="0">
                <a:solidFill>
                  <a:srgbClr val="FF0000"/>
                </a:solidFill>
              </a:rPr>
              <a:t>input_dim=2</a:t>
            </a:r>
            <a:r>
              <a:rPr lang="fr-MA" sz="1600" b="1" dirty="0"/>
              <a:t>, </a:t>
            </a:r>
            <a:r>
              <a:rPr lang="fr-MA" sz="1600" b="1" dirty="0" err="1"/>
              <a:t>kernel_initializer</a:t>
            </a:r>
            <a:r>
              <a:rPr lang="fr-MA" sz="1600" b="1" dirty="0"/>
              <a:t>='</a:t>
            </a:r>
            <a:r>
              <a:rPr lang="fr-MA" sz="1600" b="1" dirty="0" err="1"/>
              <a:t>ones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1600" b="1" dirty="0">
                <a:solidFill>
                  <a:srgbClr val="FF0000"/>
                </a:solidFill>
              </a:rPr>
              <a:t>relu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output_layer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1</a:t>
            </a:r>
            <a:r>
              <a:rPr lang="fr-MA" sz="1600" b="1" dirty="0"/>
              <a:t>,kernel_initializer='random_</a:t>
            </a:r>
            <a:r>
              <a:rPr lang="fr-MA" sz="1600" b="1" dirty="0" err="1"/>
              <a:t>uniform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2400" b="1" dirty="0" err="1">
                <a:solidFill>
                  <a:srgbClr val="C00000"/>
                </a:solidFill>
              </a:rPr>
              <a:t>sigmoid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#model.add(input_layer)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7FE7EFC-A652-4925-8F57-80896CF5EF78}"/>
              </a:ext>
            </a:extLst>
          </p:cNvPr>
          <p:cNvSpPr/>
          <p:nvPr/>
        </p:nvSpPr>
        <p:spPr>
          <a:xfrm>
            <a:off x="7929553" y="1400176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A78B25F-7AC6-4267-86BD-6FC6297C624F}"/>
              </a:ext>
            </a:extLst>
          </p:cNvPr>
          <p:cNvSpPr/>
          <p:nvPr/>
        </p:nvSpPr>
        <p:spPr>
          <a:xfrm>
            <a:off x="7929553" y="3152788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20015357-07BC-433B-A33F-A65FBF6DA5FC}"/>
              </a:ext>
            </a:extLst>
          </p:cNvPr>
          <p:cNvSpPr/>
          <p:nvPr/>
        </p:nvSpPr>
        <p:spPr>
          <a:xfrm>
            <a:off x="9982192" y="1407335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DBC00C3-229F-4EAD-BA66-D6D860C2BB26}"/>
              </a:ext>
            </a:extLst>
          </p:cNvPr>
          <p:cNvSpPr/>
          <p:nvPr/>
        </p:nvSpPr>
        <p:spPr>
          <a:xfrm>
            <a:off x="9982192" y="3188517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54F9310-750B-475F-BA84-C7C4DFD4E007}"/>
              </a:ext>
            </a:extLst>
          </p:cNvPr>
          <p:cNvSpPr/>
          <p:nvPr/>
        </p:nvSpPr>
        <p:spPr>
          <a:xfrm>
            <a:off x="11320449" y="2250300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3110297-17B9-4DD6-B686-4B5C75924C9D}"/>
              </a:ext>
            </a:extLst>
          </p:cNvPr>
          <p:cNvCxnSpPr>
            <a:stCxn id="140" idx="6"/>
            <a:endCxn id="142" idx="2"/>
          </p:cNvCxnSpPr>
          <p:nvPr/>
        </p:nvCxnSpPr>
        <p:spPr>
          <a:xfrm>
            <a:off x="8543915" y="1721645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5768D25-EEF6-4CA4-95F2-BBEBF8B6DDE0}"/>
              </a:ext>
            </a:extLst>
          </p:cNvPr>
          <p:cNvCxnSpPr>
            <a:cxnSpLocks/>
            <a:stCxn id="140" idx="6"/>
            <a:endCxn id="143" idx="2"/>
          </p:cNvCxnSpPr>
          <p:nvPr/>
        </p:nvCxnSpPr>
        <p:spPr>
          <a:xfrm>
            <a:off x="8543915" y="1721645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E1EA0CD-43E6-490B-9000-3A5E9294C262}"/>
              </a:ext>
            </a:extLst>
          </p:cNvPr>
          <p:cNvCxnSpPr>
            <a:cxnSpLocks/>
            <a:stCxn id="141" idx="6"/>
            <a:endCxn id="142" idx="2"/>
          </p:cNvCxnSpPr>
          <p:nvPr/>
        </p:nvCxnSpPr>
        <p:spPr>
          <a:xfrm flipV="1">
            <a:off x="8543915" y="1728804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B4FAFF3-752A-4D35-8DAB-77527B77DF01}"/>
              </a:ext>
            </a:extLst>
          </p:cNvPr>
          <p:cNvCxnSpPr>
            <a:cxnSpLocks/>
            <a:stCxn id="141" idx="6"/>
            <a:endCxn id="143" idx="2"/>
          </p:cNvCxnSpPr>
          <p:nvPr/>
        </p:nvCxnSpPr>
        <p:spPr>
          <a:xfrm>
            <a:off x="8543915" y="3474257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4D35A75-BFD2-4F2C-9B33-C2AC90DCBAA1}"/>
              </a:ext>
            </a:extLst>
          </p:cNvPr>
          <p:cNvCxnSpPr>
            <a:cxnSpLocks/>
            <a:stCxn id="142" idx="6"/>
            <a:endCxn id="144" idx="2"/>
          </p:cNvCxnSpPr>
          <p:nvPr/>
        </p:nvCxnSpPr>
        <p:spPr>
          <a:xfrm>
            <a:off x="10596554" y="1728804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D228E72-E20D-4F8D-9FDD-57861E1E625E}"/>
              </a:ext>
            </a:extLst>
          </p:cNvPr>
          <p:cNvCxnSpPr>
            <a:cxnSpLocks/>
            <a:stCxn id="143" idx="6"/>
            <a:endCxn id="144" idx="2"/>
          </p:cNvCxnSpPr>
          <p:nvPr/>
        </p:nvCxnSpPr>
        <p:spPr>
          <a:xfrm flipV="1">
            <a:off x="10596554" y="2571769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82CDC0A-1C51-4B0B-A3C5-DD4896FFFA1F}"/>
              </a:ext>
            </a:extLst>
          </p:cNvPr>
          <p:cNvCxnSpPr>
            <a:cxnSpLocks/>
            <a:endCxn id="142" idx="2"/>
          </p:cNvCxnSpPr>
          <p:nvPr/>
        </p:nvCxnSpPr>
        <p:spPr>
          <a:xfrm>
            <a:off x="9805386" y="1209186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44D176C-F013-4610-81F7-FD3E4A1CF2BB}"/>
              </a:ext>
            </a:extLst>
          </p:cNvPr>
          <p:cNvCxnSpPr>
            <a:cxnSpLocks/>
          </p:cNvCxnSpPr>
          <p:nvPr/>
        </p:nvCxnSpPr>
        <p:spPr>
          <a:xfrm>
            <a:off x="9944096" y="2780620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AC65F31-304D-4544-AED5-9BCE1CA2BA69}"/>
              </a:ext>
            </a:extLst>
          </p:cNvPr>
          <p:cNvCxnSpPr>
            <a:cxnSpLocks/>
          </p:cNvCxnSpPr>
          <p:nvPr/>
        </p:nvCxnSpPr>
        <p:spPr>
          <a:xfrm>
            <a:off x="11320449" y="1931971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C737EC1-67D0-4737-9FAF-BE2595763E71}"/>
              </a:ext>
            </a:extLst>
          </p:cNvPr>
          <p:cNvSpPr txBox="1"/>
          <p:nvPr/>
        </p:nvSpPr>
        <p:spPr>
          <a:xfrm>
            <a:off x="9529487" y="9213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8AEEBE-E3FA-4B5D-9724-ED504B010D9A}"/>
              </a:ext>
            </a:extLst>
          </p:cNvPr>
          <p:cNvSpPr txBox="1"/>
          <p:nvPr/>
        </p:nvSpPr>
        <p:spPr>
          <a:xfrm>
            <a:off x="9576786" y="261557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11C8E44-D319-4630-9AFF-FDE8C2F0247D}"/>
              </a:ext>
            </a:extLst>
          </p:cNvPr>
          <p:cNvSpPr txBox="1"/>
          <p:nvPr/>
        </p:nvSpPr>
        <p:spPr>
          <a:xfrm>
            <a:off x="11091849" y="15701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346C41-ADCB-4904-8BA0-44256D9C28FF}"/>
              </a:ext>
            </a:extLst>
          </p:cNvPr>
          <p:cNvSpPr txBox="1"/>
          <p:nvPr/>
        </p:nvSpPr>
        <p:spPr>
          <a:xfrm>
            <a:off x="8724896" y="13380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EEA3A3-2C06-4A97-A485-D6938302493C}"/>
              </a:ext>
            </a:extLst>
          </p:cNvPr>
          <p:cNvSpPr txBox="1"/>
          <p:nvPr/>
        </p:nvSpPr>
        <p:spPr>
          <a:xfrm>
            <a:off x="8762992" y="17798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B20B30B-1259-47F8-938A-A374EF485BB5}"/>
              </a:ext>
            </a:extLst>
          </p:cNvPr>
          <p:cNvSpPr txBox="1"/>
          <p:nvPr/>
        </p:nvSpPr>
        <p:spPr>
          <a:xfrm>
            <a:off x="8777866" y="2572734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C864F61-ABEE-4455-8FB9-300FD1DA073C}"/>
              </a:ext>
            </a:extLst>
          </p:cNvPr>
          <p:cNvSpPr txBox="1"/>
          <p:nvPr/>
        </p:nvSpPr>
        <p:spPr>
          <a:xfrm>
            <a:off x="8827724" y="3094482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90EE834-C825-4265-9D00-EC02ABB8BE3C}"/>
              </a:ext>
            </a:extLst>
          </p:cNvPr>
          <p:cNvSpPr txBox="1"/>
          <p:nvPr/>
        </p:nvSpPr>
        <p:spPr>
          <a:xfrm>
            <a:off x="10272703" y="2100631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3C16279-89A8-4D7B-BD82-705518675260}"/>
              </a:ext>
            </a:extLst>
          </p:cNvPr>
          <p:cNvSpPr txBox="1"/>
          <p:nvPr/>
        </p:nvSpPr>
        <p:spPr>
          <a:xfrm>
            <a:off x="10347118" y="2757400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039B9-8A5E-4C5F-84E8-8DFBDCD4B2AD}"/>
              </a:ext>
            </a:extLst>
          </p:cNvPr>
          <p:cNvSpPr txBox="1"/>
          <p:nvPr/>
        </p:nvSpPr>
        <p:spPr>
          <a:xfrm>
            <a:off x="-25012" y="54639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19E7E-5CAB-BEB4-5DB9-77CFCB0E2B14}"/>
              </a:ext>
            </a:extLst>
          </p:cNvPr>
          <p:cNvSpPr txBox="1"/>
          <p:nvPr/>
        </p:nvSpPr>
        <p:spPr>
          <a:xfrm>
            <a:off x="-25012" y="5852856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/>
              <a:t>model.fit</a:t>
            </a:r>
            <a:r>
              <a:rPr lang="fr-MA" b="1" dirty="0"/>
              <a:t>(</a:t>
            </a:r>
            <a:r>
              <a:rPr lang="fr-MA" b="1" dirty="0" err="1"/>
              <a:t>X,y,epochs</a:t>
            </a:r>
            <a:r>
              <a:rPr lang="fr-MA" b="1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0861428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1290710"/>
            <a:ext cx="11601450" cy="3539430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</a:t>
            </a:r>
            <a:r>
              <a:rPr lang="fr-MA" sz="1600" b="1" dirty="0">
                <a:solidFill>
                  <a:srgbClr val="0066FF"/>
                </a:solidFill>
              </a:rPr>
              <a:t>activation=</a:t>
            </a:r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                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 = Dense(1,kernel_initializer='random_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',activation=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b="1" dirty="0" err="1">
                <a:solidFill>
                  <a:srgbClr val="0066FF"/>
                </a:solidFill>
              </a:rPr>
              <a:t>sigmoid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(avec une autre fonction d’activation)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69060-5029-4F3A-AEED-FC0FD9DAEBC7}"/>
              </a:ext>
            </a:extLst>
          </p:cNvPr>
          <p:cNvSpPr txBox="1"/>
          <p:nvPr/>
        </p:nvSpPr>
        <p:spPr>
          <a:xfrm>
            <a:off x="3564" y="630146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LeakyReLU</a:t>
            </a:r>
            <a:endParaRPr lang="fr-MA" sz="1600" dirty="0"/>
          </a:p>
          <a:p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b="1" dirty="0">
                <a:solidFill>
                  <a:srgbClr val="0066FF"/>
                </a:solidFill>
              </a:rPr>
              <a:t> = </a:t>
            </a:r>
            <a:r>
              <a:rPr lang="fr-MA" sz="1600" b="1" dirty="0" err="1">
                <a:solidFill>
                  <a:srgbClr val="0066FF"/>
                </a:solidFill>
              </a:rPr>
              <a:t>LeakyReLU</a:t>
            </a:r>
            <a:r>
              <a:rPr lang="fr-MA" sz="1600" b="1" dirty="0">
                <a:solidFill>
                  <a:srgbClr val="0066FF"/>
                </a:solidFill>
              </a:rPr>
              <a:t>(alpha = 0.3)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55077-9366-1454-C1A5-B490BF71A054}"/>
              </a:ext>
            </a:extLst>
          </p:cNvPr>
          <p:cNvSpPr txBox="1"/>
          <p:nvPr/>
        </p:nvSpPr>
        <p:spPr>
          <a:xfrm>
            <a:off x="-25012" y="48543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66151-6A25-392E-40B6-46B7D842D767}"/>
              </a:ext>
            </a:extLst>
          </p:cNvPr>
          <p:cNvSpPr txBox="1"/>
          <p:nvPr/>
        </p:nvSpPr>
        <p:spPr>
          <a:xfrm>
            <a:off x="0" y="5275516"/>
            <a:ext cx="477416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=1000,batch_size=4)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1BCBC1-271A-26E8-7433-5BBB496281EC}"/>
              </a:ext>
            </a:extLst>
          </p:cNvPr>
          <p:cNvCxnSpPr/>
          <p:nvPr/>
        </p:nvCxnSpPr>
        <p:spPr>
          <a:xfrm>
            <a:off x="2423160" y="94488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6118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B7D144-DD9F-53F2-8B53-DAF3DAE62DF0}"/>
              </a:ext>
            </a:extLst>
          </p:cNvPr>
          <p:cNvSpPr txBox="1"/>
          <p:nvPr/>
        </p:nvSpPr>
        <p:spPr>
          <a:xfrm>
            <a:off x="289560" y="283309"/>
            <a:ext cx="116128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2800" dirty="0"/>
              <a:t>Comment mettre à jour les poids dans un réseau avec des couches cachées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800" dirty="0"/>
              <a:t>Back propagation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800" dirty="0"/>
              <a:t>Chaine </a:t>
            </a:r>
            <a:r>
              <a:rPr lang="fr-MA" sz="2800" dirty="0" err="1"/>
              <a:t>rule</a:t>
            </a:r>
            <a:endParaRPr lang="fr-MA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D0DF2-9203-9DBE-A49A-177023A19DBD}"/>
              </a:ext>
            </a:extLst>
          </p:cNvPr>
          <p:cNvSpPr txBox="1"/>
          <p:nvPr/>
        </p:nvSpPr>
        <p:spPr>
          <a:xfrm>
            <a:off x="441960" y="2453640"/>
            <a:ext cx="862584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/>
              <a:t>Dans la suite, nous allons appliquer le </a:t>
            </a:r>
            <a:r>
              <a:rPr lang="fr-MA" dirty="0" err="1"/>
              <a:t>chain</a:t>
            </a:r>
            <a:r>
              <a:rPr lang="fr-MA" dirty="0"/>
              <a:t> </a:t>
            </a:r>
            <a:r>
              <a:rPr lang="fr-MA" dirty="0" err="1"/>
              <a:t>rule</a:t>
            </a:r>
            <a:r>
              <a:rPr lang="fr-MA" dirty="0"/>
              <a:t>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/>
              <a:t>pour un seul neurone (au lieu de mettre à jour les poids directement)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/>
              <a:t>Pour un réseau avec une couche cachée</a:t>
            </a:r>
          </a:p>
        </p:txBody>
      </p:sp>
    </p:spTree>
    <p:extLst>
      <p:ext uri="{BB962C8B-B14F-4D97-AF65-F5344CB8AC3E}">
        <p14:creationId xmlns:p14="http://schemas.microsoft.com/office/powerpoint/2010/main" val="2325709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>
            <a:extLst>
              <a:ext uri="{FF2B5EF4-FFF2-40B4-BE49-F238E27FC236}">
                <a16:creationId xmlns:a16="http://schemas.microsoft.com/office/drawing/2014/main" id="{043EB5AF-162E-42B0-B53E-160087CAEC25}"/>
              </a:ext>
            </a:extLst>
          </p:cNvPr>
          <p:cNvSpPr txBox="1"/>
          <p:nvPr/>
        </p:nvSpPr>
        <p:spPr>
          <a:xfrm>
            <a:off x="91440" y="32954"/>
            <a:ext cx="10896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 err="1">
                <a:solidFill>
                  <a:srgbClr val="0070C0"/>
                </a:solidFill>
              </a:rPr>
              <a:t>Backpropagation</a:t>
            </a:r>
            <a:r>
              <a:rPr lang="fr-MA" sz="2000" b="1" dirty="0">
                <a:solidFill>
                  <a:srgbClr val="0070C0"/>
                </a:solidFill>
              </a:rPr>
              <a:t> </a:t>
            </a:r>
            <a:r>
              <a:rPr lang="fr-MA" sz="2000" b="1" dirty="0" err="1">
                <a:solidFill>
                  <a:srgbClr val="0070C0"/>
                </a:solidFill>
              </a:rPr>
              <a:t>Algorithm</a:t>
            </a:r>
            <a:endParaRPr lang="fr-MA" sz="2000" b="1" dirty="0">
              <a:solidFill>
                <a:srgbClr val="0070C0"/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Après chaque passage en avant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à travers un réseau, la rétropropagation effectue un passage en arrière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tout en ajustant les paramètres du modèle (poids et biais).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L'algorithme est utilisé pour entraîner efficacement un réseau de neurones à l’aide d’une méthode appelée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chain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rule</a:t>
            </a: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Image 13">
            <a:extLst>
              <a:ext uri="{FF2B5EF4-FFF2-40B4-BE49-F238E27FC236}">
                <a16:creationId xmlns:a16="http://schemas.microsoft.com/office/drawing/2014/main" id="{3409558D-FF4D-45A1-81DA-69AF5D3F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6" y="2759009"/>
            <a:ext cx="6076379" cy="2427077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DA2D71-2A6B-4188-8170-27D8989D6361}"/>
              </a:ext>
            </a:extLst>
          </p:cNvPr>
          <p:cNvSpPr txBox="1"/>
          <p:nvPr/>
        </p:nvSpPr>
        <p:spPr>
          <a:xfrm>
            <a:off x="314325" y="5712359"/>
            <a:ext cx="42576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Forward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prédiction</a:t>
            </a:r>
          </a:p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Backward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correction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52C40-262E-4182-986A-BFB49C5CCBAF}"/>
              </a:ext>
            </a:extLst>
          </p:cNvPr>
          <p:cNvSpPr/>
          <p:nvPr/>
        </p:nvSpPr>
        <p:spPr>
          <a:xfrm>
            <a:off x="8015005" y="3318680"/>
            <a:ext cx="3204927" cy="1835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56C32-2A2E-4D65-9FD9-6F9ECF5EC01A}"/>
              </a:ext>
            </a:extLst>
          </p:cNvPr>
          <p:cNvSpPr/>
          <p:nvPr/>
        </p:nvSpPr>
        <p:spPr>
          <a:xfrm>
            <a:off x="8421810" y="3608295"/>
            <a:ext cx="2432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y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f(u)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 et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u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g(x)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</a:t>
            </a:r>
            <a:endParaRPr lang="fr-FR" dirty="0"/>
          </a:p>
        </p:txBody>
      </p:sp>
      <p:pic>
        <p:nvPicPr>
          <p:cNvPr id="9" name="Picture 2" descr="https://www.onlinemathlearning.com/image-files/chain-rule1.gif">
            <a:extLst>
              <a:ext uri="{FF2B5EF4-FFF2-40B4-BE49-F238E27FC236}">
                <a16:creationId xmlns:a16="http://schemas.microsoft.com/office/drawing/2014/main" id="{3FE857B5-90A7-46FA-95E6-236A442AF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166" y="4008138"/>
            <a:ext cx="1655334" cy="81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111">
            <a:extLst>
              <a:ext uri="{FF2B5EF4-FFF2-40B4-BE49-F238E27FC236}">
                <a16:creationId xmlns:a16="http://schemas.microsoft.com/office/drawing/2014/main" id="{D6757C47-4D8E-471E-8BDB-4586B0B053E8}"/>
              </a:ext>
            </a:extLst>
          </p:cNvPr>
          <p:cNvSpPr txBox="1"/>
          <p:nvPr/>
        </p:nvSpPr>
        <p:spPr>
          <a:xfrm>
            <a:off x="8421810" y="2991535"/>
            <a:ext cx="236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chain</a:t>
            </a:r>
            <a:r>
              <a:rPr lang="fr-FR" b="1" dirty="0"/>
              <a:t> </a:t>
            </a:r>
            <a:r>
              <a:rPr lang="fr-FR" b="1" dirty="0" err="1"/>
              <a:t>rule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79933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6803D-A4CD-4FD5-9A61-E113D27A84A6}"/>
              </a:ext>
            </a:extLst>
          </p:cNvPr>
          <p:cNvSpPr txBox="1"/>
          <p:nvPr/>
        </p:nvSpPr>
        <p:spPr>
          <a:xfrm>
            <a:off x="171248" y="2725797"/>
            <a:ext cx="411500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/>
              <a:t>De 1 à </a:t>
            </a:r>
            <a:r>
              <a:rPr lang="fr-MA" b="1" dirty="0" err="1"/>
              <a:t>n_epochs</a:t>
            </a:r>
            <a:r>
              <a:rPr lang="fr-MA" b="1" dirty="0"/>
              <a:t> faire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Forward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Backward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1BCE8-50C9-4630-A694-3F7D89E29C38}"/>
              </a:ext>
            </a:extLst>
          </p:cNvPr>
          <p:cNvSpPr txBox="1"/>
          <p:nvPr/>
        </p:nvSpPr>
        <p:spPr>
          <a:xfrm>
            <a:off x="15024" y="9685"/>
            <a:ext cx="41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Algorithme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/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𝒔𝒖𝒎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fr-FR" sz="16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fr-MA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77">
            <a:extLst>
              <a:ext uri="{FF2B5EF4-FFF2-40B4-BE49-F238E27FC236}">
                <a16:creationId xmlns:a16="http://schemas.microsoft.com/office/drawing/2014/main" id="{B4840F2B-DDF6-417C-A86B-26CA631E058F}"/>
              </a:ext>
            </a:extLst>
          </p:cNvPr>
          <p:cNvSpPr txBox="1"/>
          <p:nvPr/>
        </p:nvSpPr>
        <p:spPr>
          <a:xfrm>
            <a:off x="5733371" y="364789"/>
            <a:ext cx="201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weights</a:t>
            </a:r>
            <a:endParaRPr lang="fr-FR" b="1" dirty="0"/>
          </a:p>
        </p:txBody>
      </p:sp>
      <p:sp>
        <p:nvSpPr>
          <p:cNvPr id="7" name="ZoneTexte 79">
            <a:extLst>
              <a:ext uri="{FF2B5EF4-FFF2-40B4-BE49-F238E27FC236}">
                <a16:creationId xmlns:a16="http://schemas.microsoft.com/office/drawing/2014/main" id="{D58EDABE-7073-4B9C-8C4C-89874D100887}"/>
              </a:ext>
            </a:extLst>
          </p:cNvPr>
          <p:cNvSpPr txBox="1"/>
          <p:nvPr/>
        </p:nvSpPr>
        <p:spPr>
          <a:xfrm>
            <a:off x="5819727" y="2050065"/>
            <a:ext cx="301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Activation 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 output</a:t>
            </a: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ZoneTexte 80">
            <a:extLst>
              <a:ext uri="{FF2B5EF4-FFF2-40B4-BE49-F238E27FC236}">
                <a16:creationId xmlns:a16="http://schemas.microsoft.com/office/drawing/2014/main" id="{4C7F9280-C181-409E-9E7C-110D9EEBC4B2}"/>
              </a:ext>
            </a:extLst>
          </p:cNvPr>
          <p:cNvSpPr txBox="1"/>
          <p:nvPr/>
        </p:nvSpPr>
        <p:spPr>
          <a:xfrm>
            <a:off x="5876907" y="3052333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desired-predicted</a:t>
            </a:r>
            <a:endParaRPr lang="fr-FR" b="1" dirty="0"/>
          </a:p>
        </p:txBody>
      </p:sp>
      <p:sp>
        <p:nvSpPr>
          <p:cNvPr id="9" name="ZoneTexte 81">
            <a:extLst>
              <a:ext uri="{FF2B5EF4-FFF2-40B4-BE49-F238E27FC236}">
                <a16:creationId xmlns:a16="http://schemas.microsoft.com/office/drawing/2014/main" id="{B3B59A7F-72C1-4EAE-8AEC-7FF5790A9F80}"/>
              </a:ext>
            </a:extLst>
          </p:cNvPr>
          <p:cNvSpPr txBox="1"/>
          <p:nvPr/>
        </p:nvSpPr>
        <p:spPr>
          <a:xfrm>
            <a:off x="5901153" y="3967092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Weights</a:t>
            </a:r>
            <a:r>
              <a:rPr lang="fr-MA" b="1" dirty="0"/>
              <a:t> update</a:t>
            </a:r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CE118-117A-40EE-B39F-BB22E2E91D4A}"/>
              </a:ext>
            </a:extLst>
          </p:cNvPr>
          <p:cNvSpPr/>
          <p:nvPr/>
        </p:nvSpPr>
        <p:spPr>
          <a:xfrm>
            <a:off x="4471989" y="467592"/>
            <a:ext cx="7215186" cy="6161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/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/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86">
            <a:extLst>
              <a:ext uri="{FF2B5EF4-FFF2-40B4-BE49-F238E27FC236}">
                <a16:creationId xmlns:a16="http://schemas.microsoft.com/office/drawing/2014/main" id="{B0E1634D-7B0A-45C1-BB52-BA59943A1B54}"/>
              </a:ext>
            </a:extLst>
          </p:cNvPr>
          <p:cNvSpPr/>
          <p:nvPr/>
        </p:nvSpPr>
        <p:spPr>
          <a:xfrm>
            <a:off x="5447051" y="144888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  <a:endParaRPr lang="fr-FR" dirty="0"/>
          </a:p>
        </p:txBody>
      </p:sp>
      <p:sp>
        <p:nvSpPr>
          <p:cNvPr id="15" name="Ellipse 87">
            <a:extLst>
              <a:ext uri="{FF2B5EF4-FFF2-40B4-BE49-F238E27FC236}">
                <a16:creationId xmlns:a16="http://schemas.microsoft.com/office/drawing/2014/main" id="{E28629DA-5EEC-46BC-9965-4E713183A8B7}"/>
              </a:ext>
            </a:extLst>
          </p:cNvPr>
          <p:cNvSpPr/>
          <p:nvPr/>
        </p:nvSpPr>
        <p:spPr>
          <a:xfrm>
            <a:off x="5382673" y="45680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  <a:endParaRPr lang="fr-FR" dirty="0"/>
          </a:p>
        </p:txBody>
      </p:sp>
      <p:sp>
        <p:nvSpPr>
          <p:cNvPr id="16" name="Ellipse 88">
            <a:extLst>
              <a:ext uri="{FF2B5EF4-FFF2-40B4-BE49-F238E27FC236}">
                <a16:creationId xmlns:a16="http://schemas.microsoft.com/office/drawing/2014/main" id="{917CC3BB-D740-4921-80D4-099EF22DF4A0}"/>
              </a:ext>
            </a:extLst>
          </p:cNvPr>
          <p:cNvSpPr/>
          <p:nvPr/>
        </p:nvSpPr>
        <p:spPr>
          <a:xfrm>
            <a:off x="5465786" y="215663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  <a:endParaRPr lang="fr-FR" dirty="0"/>
          </a:p>
        </p:txBody>
      </p:sp>
      <p:sp>
        <p:nvSpPr>
          <p:cNvPr id="17" name="Ellipse 89">
            <a:extLst>
              <a:ext uri="{FF2B5EF4-FFF2-40B4-BE49-F238E27FC236}">
                <a16:creationId xmlns:a16="http://schemas.microsoft.com/office/drawing/2014/main" id="{B72EFD78-B45C-49CE-844B-066477BC1CC7}"/>
              </a:ext>
            </a:extLst>
          </p:cNvPr>
          <p:cNvSpPr/>
          <p:nvPr/>
        </p:nvSpPr>
        <p:spPr>
          <a:xfrm>
            <a:off x="5460057" y="3179718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  <a:endParaRPr lang="fr-FR" dirty="0"/>
          </a:p>
        </p:txBody>
      </p:sp>
      <p:sp>
        <p:nvSpPr>
          <p:cNvPr id="18" name="Ellipse 90">
            <a:extLst>
              <a:ext uri="{FF2B5EF4-FFF2-40B4-BE49-F238E27FC236}">
                <a16:creationId xmlns:a16="http://schemas.microsoft.com/office/drawing/2014/main" id="{231C2AED-C8A3-4051-9AB3-FAE57742475E}"/>
              </a:ext>
            </a:extLst>
          </p:cNvPr>
          <p:cNvSpPr/>
          <p:nvPr/>
        </p:nvSpPr>
        <p:spPr>
          <a:xfrm>
            <a:off x="5450617" y="4020707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AAC62-4710-4AB7-AD28-2734200EC2AC}"/>
              </a:ext>
            </a:extLst>
          </p:cNvPr>
          <p:cNvSpPr txBox="1"/>
          <p:nvPr/>
        </p:nvSpPr>
        <p:spPr>
          <a:xfrm>
            <a:off x="5348081" y="809871"/>
            <a:ext cx="613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De 1 à </a:t>
            </a:r>
            <a:r>
              <a:rPr lang="fr-MA" b="1" dirty="0" err="1">
                <a:solidFill>
                  <a:srgbClr val="FF3300"/>
                </a:solidFill>
              </a:rPr>
              <a:t>n_epochs</a:t>
            </a:r>
            <a:r>
              <a:rPr lang="fr-MA" b="1" dirty="0">
                <a:solidFill>
                  <a:srgbClr val="FF3300"/>
                </a:solidFill>
              </a:rPr>
              <a:t> faire</a:t>
            </a:r>
            <a:endParaRPr lang="fr-MA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/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/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/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B1EDDE-F92A-40C5-98C9-FA1F1A944171}"/>
              </a:ext>
            </a:extLst>
          </p:cNvPr>
          <p:cNvCxnSpPr/>
          <p:nvPr/>
        </p:nvCxnSpPr>
        <p:spPr>
          <a:xfrm>
            <a:off x="5031162" y="524740"/>
            <a:ext cx="0" cy="3456000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8548F1-BFC4-41D0-BC01-8AB2AFFB74C9}"/>
              </a:ext>
            </a:extLst>
          </p:cNvPr>
          <p:cNvCxnSpPr>
            <a:cxnSpLocks/>
          </p:cNvCxnSpPr>
          <p:nvPr/>
        </p:nvCxnSpPr>
        <p:spPr>
          <a:xfrm flipV="1">
            <a:off x="10987088" y="645316"/>
            <a:ext cx="0" cy="3443286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77">
            <a:extLst>
              <a:ext uri="{FF2B5EF4-FFF2-40B4-BE49-F238E27FC236}">
                <a16:creationId xmlns:a16="http://schemas.microsoft.com/office/drawing/2014/main" id="{C1757018-F147-4F49-8612-356FDA5E737F}"/>
              </a:ext>
            </a:extLst>
          </p:cNvPr>
          <p:cNvSpPr txBox="1"/>
          <p:nvPr/>
        </p:nvSpPr>
        <p:spPr>
          <a:xfrm>
            <a:off x="7675452" y="430608"/>
            <a:ext cx="281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learning</a:t>
            </a:r>
            <a:r>
              <a:rPr lang="fr-MA" b="1" dirty="0"/>
              <a:t> rate</a:t>
            </a:r>
            <a:endParaRPr lang="fr-FR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A35A5-2562-486F-AEA7-0491D3E33C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20" y="645316"/>
            <a:ext cx="3994731" cy="178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91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9284" y="14288"/>
            <a:ext cx="12182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Exemple</a:t>
            </a:r>
            <a:endParaRPr lang="fr-FR" sz="3200" b="1" dirty="0">
              <a:solidFill>
                <a:srgbClr val="0065FA"/>
              </a:solidFill>
            </a:endParaRPr>
          </a:p>
        </p:txBody>
      </p:sp>
      <p:graphicFrame>
        <p:nvGraphicFramePr>
          <p:cNvPr id="47" name="Tableau 109">
            <a:extLst>
              <a:ext uri="{FF2B5EF4-FFF2-40B4-BE49-F238E27FC236}">
                <a16:creationId xmlns:a16="http://schemas.microsoft.com/office/drawing/2014/main" id="{B48F3B6D-76D3-4558-A437-431F572CF26F}"/>
              </a:ext>
            </a:extLst>
          </p:cNvPr>
          <p:cNvGraphicFramePr>
            <a:graphicFrameLocks noGrp="1"/>
          </p:cNvGraphicFramePr>
          <p:nvPr/>
        </p:nvGraphicFramePr>
        <p:xfrm>
          <a:off x="280747" y="1012253"/>
          <a:ext cx="2902593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9" name="Ellipse 76">
            <a:extLst>
              <a:ext uri="{FF2B5EF4-FFF2-40B4-BE49-F238E27FC236}">
                <a16:creationId xmlns:a16="http://schemas.microsoft.com/office/drawing/2014/main" id="{22B91321-5C33-4DBC-B1F6-3DE5BED31F24}"/>
              </a:ext>
            </a:extLst>
          </p:cNvPr>
          <p:cNvSpPr/>
          <p:nvPr/>
        </p:nvSpPr>
        <p:spPr>
          <a:xfrm>
            <a:off x="5635462" y="15403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Ellipse 77">
            <a:extLst>
              <a:ext uri="{FF2B5EF4-FFF2-40B4-BE49-F238E27FC236}">
                <a16:creationId xmlns:a16="http://schemas.microsoft.com/office/drawing/2014/main" id="{3D3726F0-0B43-4847-9A02-FB8D2FA5ED8F}"/>
              </a:ext>
            </a:extLst>
          </p:cNvPr>
          <p:cNvSpPr/>
          <p:nvPr/>
        </p:nvSpPr>
        <p:spPr>
          <a:xfrm>
            <a:off x="6736154" y="962716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 err="1"/>
              <a:t>bias</a:t>
            </a:r>
            <a:endParaRPr lang="fr-FR" sz="1400" b="1" baseline="-25000" dirty="0"/>
          </a:p>
        </p:txBody>
      </p:sp>
      <p:sp>
        <p:nvSpPr>
          <p:cNvPr id="11" name="Ellipse 78">
            <a:extLst>
              <a:ext uri="{FF2B5EF4-FFF2-40B4-BE49-F238E27FC236}">
                <a16:creationId xmlns:a16="http://schemas.microsoft.com/office/drawing/2014/main" id="{CDD2145D-9C0D-4796-BF78-95000408DBC6}"/>
              </a:ext>
            </a:extLst>
          </p:cNvPr>
          <p:cNvSpPr/>
          <p:nvPr/>
        </p:nvSpPr>
        <p:spPr>
          <a:xfrm>
            <a:off x="6769588" y="1515510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/>
              <a:t>W1</a:t>
            </a:r>
            <a:endParaRPr lang="fr-FR" sz="1400" b="1" baseline="-25000" dirty="0"/>
          </a:p>
        </p:txBody>
      </p:sp>
      <p:sp>
        <p:nvSpPr>
          <p:cNvPr id="12" name="Ellipse 80">
            <a:extLst>
              <a:ext uri="{FF2B5EF4-FFF2-40B4-BE49-F238E27FC236}">
                <a16:creationId xmlns:a16="http://schemas.microsoft.com/office/drawing/2014/main" id="{6A47EDAD-2A42-4295-A4A3-C62DA2AA33C2}"/>
              </a:ext>
            </a:extLst>
          </p:cNvPr>
          <p:cNvSpPr/>
          <p:nvPr/>
        </p:nvSpPr>
        <p:spPr>
          <a:xfrm>
            <a:off x="6810532" y="2111278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/>
              <a:t>W2</a:t>
            </a:r>
            <a:endParaRPr lang="fr-FR" sz="1400" b="1" baseline="-25000" dirty="0"/>
          </a:p>
        </p:txBody>
      </p:sp>
      <p:sp>
        <p:nvSpPr>
          <p:cNvPr id="13" name="Ellipse 94">
            <a:extLst>
              <a:ext uri="{FF2B5EF4-FFF2-40B4-BE49-F238E27FC236}">
                <a16:creationId xmlns:a16="http://schemas.microsoft.com/office/drawing/2014/main" id="{DE225BA3-FA0F-4C86-A60C-E68A574378F8}"/>
              </a:ext>
            </a:extLst>
          </p:cNvPr>
          <p:cNvSpPr/>
          <p:nvPr/>
        </p:nvSpPr>
        <p:spPr>
          <a:xfrm>
            <a:off x="8237009" y="1338069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14" name="Connecteur droit avec flèche 95">
            <a:extLst>
              <a:ext uri="{FF2B5EF4-FFF2-40B4-BE49-F238E27FC236}">
                <a16:creationId xmlns:a16="http://schemas.microsoft.com/office/drawing/2014/main" id="{79A338BF-76F5-4DE6-9E49-0E10D0F78305}"/>
              </a:ext>
            </a:extLst>
          </p:cNvPr>
          <p:cNvCxnSpPr/>
          <p:nvPr/>
        </p:nvCxnSpPr>
        <p:spPr>
          <a:xfrm flipV="1">
            <a:off x="9192352" y="17679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96">
            <a:extLst>
              <a:ext uri="{FF2B5EF4-FFF2-40B4-BE49-F238E27FC236}">
                <a16:creationId xmlns:a16="http://schemas.microsoft.com/office/drawing/2014/main" id="{9A044F43-FF68-4B94-BCF0-567FC66DDC5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8714681" y="1338069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97">
            <a:extLst>
              <a:ext uri="{FF2B5EF4-FFF2-40B4-BE49-F238E27FC236}">
                <a16:creationId xmlns:a16="http://schemas.microsoft.com/office/drawing/2014/main" id="{45CD693B-0F68-4E9A-B351-2D9E84E37864}"/>
              </a:ext>
            </a:extLst>
          </p:cNvPr>
          <p:cNvSpPr txBox="1"/>
          <p:nvPr/>
        </p:nvSpPr>
        <p:spPr>
          <a:xfrm>
            <a:off x="8683370" y="1635098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18" name="ZoneTexte 98">
            <a:extLst>
              <a:ext uri="{FF2B5EF4-FFF2-40B4-BE49-F238E27FC236}">
                <a16:creationId xmlns:a16="http://schemas.microsoft.com/office/drawing/2014/main" id="{6F10F3C0-B907-43AD-BA76-6EB815F30887}"/>
              </a:ext>
            </a:extLst>
          </p:cNvPr>
          <p:cNvSpPr txBox="1"/>
          <p:nvPr/>
        </p:nvSpPr>
        <p:spPr>
          <a:xfrm>
            <a:off x="8277704" y="1632987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19" name="Connecteur droit avec flèche 99">
            <a:extLst>
              <a:ext uri="{FF2B5EF4-FFF2-40B4-BE49-F238E27FC236}">
                <a16:creationId xmlns:a16="http://schemas.microsoft.com/office/drawing/2014/main" id="{87D94F50-5E60-4DDD-80AC-B609EBF74E76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6247462" y="1767510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00">
            <a:extLst>
              <a:ext uri="{FF2B5EF4-FFF2-40B4-BE49-F238E27FC236}">
                <a16:creationId xmlns:a16="http://schemas.microsoft.com/office/drawing/2014/main" id="{AF785359-C217-4D04-9492-65FAB0A6A8B4}"/>
              </a:ext>
            </a:extLst>
          </p:cNvPr>
          <p:cNvCxnSpPr>
            <a:stCxn id="21" idx="6"/>
            <a:endCxn id="12" idx="2"/>
          </p:cNvCxnSpPr>
          <p:nvPr/>
        </p:nvCxnSpPr>
        <p:spPr>
          <a:xfrm flipV="1">
            <a:off x="6261110" y="2363278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101">
            <a:extLst>
              <a:ext uri="{FF2B5EF4-FFF2-40B4-BE49-F238E27FC236}">
                <a16:creationId xmlns:a16="http://schemas.microsoft.com/office/drawing/2014/main" id="{31DD5673-2C43-45E3-8DA0-AD7CAFE1BB3E}"/>
              </a:ext>
            </a:extLst>
          </p:cNvPr>
          <p:cNvSpPr/>
          <p:nvPr/>
        </p:nvSpPr>
        <p:spPr>
          <a:xfrm>
            <a:off x="5649110" y="21349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ZoneTexte 102">
            <a:extLst>
              <a:ext uri="{FF2B5EF4-FFF2-40B4-BE49-F238E27FC236}">
                <a16:creationId xmlns:a16="http://schemas.microsoft.com/office/drawing/2014/main" id="{DBFEBB8E-6D99-444D-B5AF-C0B4B129B36C}"/>
              </a:ext>
            </a:extLst>
          </p:cNvPr>
          <p:cNvSpPr txBox="1"/>
          <p:nvPr/>
        </p:nvSpPr>
        <p:spPr>
          <a:xfrm>
            <a:off x="7733376" y="973404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51E28D-92A5-43A9-A943-3620E25CCB3E}"/>
              </a:ext>
            </a:extLst>
          </p:cNvPr>
          <p:cNvSpPr/>
          <p:nvPr/>
        </p:nvSpPr>
        <p:spPr>
          <a:xfrm>
            <a:off x="5722907" y="1558514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2D6E99-6DA2-4CAE-A704-F64ADE44B4DB}"/>
              </a:ext>
            </a:extLst>
          </p:cNvPr>
          <p:cNvSpPr/>
          <p:nvPr/>
        </p:nvSpPr>
        <p:spPr>
          <a:xfrm>
            <a:off x="5785033" y="2177333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6" name="Connecteur droit 106">
            <a:extLst>
              <a:ext uri="{FF2B5EF4-FFF2-40B4-BE49-F238E27FC236}">
                <a16:creationId xmlns:a16="http://schemas.microsoft.com/office/drawing/2014/main" id="{0863E266-B442-4D0D-A05C-91AD9458BCC6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>
            <a:off x="7456154" y="1214716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107">
            <a:extLst>
              <a:ext uri="{FF2B5EF4-FFF2-40B4-BE49-F238E27FC236}">
                <a16:creationId xmlns:a16="http://schemas.microsoft.com/office/drawing/2014/main" id="{9514C61B-7525-4D05-9EAE-3D9356359152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>
            <a:off x="7489588" y="1767510"/>
            <a:ext cx="747421" cy="2093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108">
            <a:extLst>
              <a:ext uri="{FF2B5EF4-FFF2-40B4-BE49-F238E27FC236}">
                <a16:creationId xmlns:a16="http://schemas.microsoft.com/office/drawing/2014/main" id="{105C67E3-5B61-41B4-B1BE-9485FDD27F4D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 flipV="1">
            <a:off x="7530532" y="1788445"/>
            <a:ext cx="706477" cy="57483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CF9AEBB-DE20-4D38-866C-47506DE94408}"/>
              </a:ext>
            </a:extLst>
          </p:cNvPr>
          <p:cNvSpPr/>
          <p:nvPr/>
        </p:nvSpPr>
        <p:spPr>
          <a:xfrm>
            <a:off x="5477701" y="771525"/>
            <a:ext cx="4766437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14">
            <a:extLst>
              <a:ext uri="{FF2B5EF4-FFF2-40B4-BE49-F238E27FC236}">
                <a16:creationId xmlns:a16="http://schemas.microsoft.com/office/drawing/2014/main" id="{78256D64-C9A0-45AD-B50B-10DF6B8CA85A}"/>
              </a:ext>
            </a:extLst>
          </p:cNvPr>
          <p:cNvSpPr txBox="1"/>
          <p:nvPr/>
        </p:nvSpPr>
        <p:spPr>
          <a:xfrm>
            <a:off x="9285" y="3214543"/>
            <a:ext cx="1023485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Initialiser les poids de manière aléatoire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Mettre à jour les poids en appliquant l’algorithme de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backpropabation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pour minimiser la fonction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Loss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Tourner l’algorithme en deux itérations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ZoneTexte 105">
            <a:extLst>
              <a:ext uri="{FF2B5EF4-FFF2-40B4-BE49-F238E27FC236}">
                <a16:creationId xmlns:a16="http://schemas.microsoft.com/office/drawing/2014/main" id="{8F677B4E-35A4-4B16-AC5E-BC72E70AEB5E}"/>
              </a:ext>
            </a:extLst>
          </p:cNvPr>
          <p:cNvSpPr txBox="1"/>
          <p:nvPr/>
        </p:nvSpPr>
        <p:spPr>
          <a:xfrm>
            <a:off x="9194524" y="1304118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56535-5048-4219-8F46-57843D0B51BB}"/>
              </a:ext>
            </a:extLst>
          </p:cNvPr>
          <p:cNvSpPr txBox="1"/>
          <p:nvPr/>
        </p:nvSpPr>
        <p:spPr>
          <a:xfrm>
            <a:off x="157163" y="2203749"/>
            <a:ext cx="302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</p:spTree>
    <p:extLst>
      <p:ext uri="{BB962C8B-B14F-4D97-AF65-F5344CB8AC3E}">
        <p14:creationId xmlns:p14="http://schemas.microsoft.com/office/powerpoint/2010/main" val="4021821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AFA1C-0160-4CB8-B359-837D6B8D78EE}"/>
              </a:ext>
            </a:extLst>
          </p:cNvPr>
          <p:cNvSpPr/>
          <p:nvPr/>
        </p:nvSpPr>
        <p:spPr>
          <a:xfrm>
            <a:off x="4575261" y="3852050"/>
            <a:ext cx="3363193" cy="6995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/>
              <p:nvPr/>
            </p:nvSpPr>
            <p:spPr>
              <a:xfrm>
                <a:off x="4523398" y="3989814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3989814"/>
                <a:ext cx="734369" cy="407099"/>
              </a:xfrm>
              <a:prstGeom prst="rect">
                <a:avLst/>
              </a:prstGeom>
              <a:blipFill>
                <a:blip r:embed="rId2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/>
              <p:nvPr/>
            </p:nvSpPr>
            <p:spPr>
              <a:xfrm>
                <a:off x="5121994" y="3955539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994" y="3955539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/>
              <p:nvPr/>
            </p:nvSpPr>
            <p:spPr>
              <a:xfrm>
                <a:off x="6217273" y="3943715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273" y="3943715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/>
              <p:nvPr/>
            </p:nvSpPr>
            <p:spPr>
              <a:xfrm>
                <a:off x="7351989" y="3905844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989" y="3905844"/>
                <a:ext cx="501994" cy="443455"/>
              </a:xfrm>
              <a:prstGeom prst="rect">
                <a:avLst/>
              </a:prstGeom>
              <a:blipFill>
                <a:blip r:embed="rId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144">
            <a:extLst>
              <a:ext uri="{FF2B5EF4-FFF2-40B4-BE49-F238E27FC236}">
                <a16:creationId xmlns:a16="http://schemas.microsoft.com/office/drawing/2014/main" id="{3CF9FA88-3CFD-4F25-85FF-44310EAB013F}"/>
              </a:ext>
            </a:extLst>
          </p:cNvPr>
          <p:cNvSpPr txBox="1"/>
          <p:nvPr/>
        </p:nvSpPr>
        <p:spPr>
          <a:xfrm>
            <a:off x="6028999" y="4092056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0" name="ZoneTexte 145">
            <a:extLst>
              <a:ext uri="{FF2B5EF4-FFF2-40B4-BE49-F238E27FC236}">
                <a16:creationId xmlns:a16="http://schemas.microsoft.com/office/drawing/2014/main" id="{1DA6A01D-970E-400B-AD1D-4051F2CB9C1D}"/>
              </a:ext>
            </a:extLst>
          </p:cNvPr>
          <p:cNvSpPr txBox="1"/>
          <p:nvPr/>
        </p:nvSpPr>
        <p:spPr>
          <a:xfrm>
            <a:off x="7117275" y="4049070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6A05-BACC-4BDB-B86C-0ECD9D5E90AA}"/>
              </a:ext>
            </a:extLst>
          </p:cNvPr>
          <p:cNvSpPr/>
          <p:nvPr/>
        </p:nvSpPr>
        <p:spPr>
          <a:xfrm>
            <a:off x="4575261" y="5881088"/>
            <a:ext cx="3363193" cy="7013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/>
              <p:nvPr/>
            </p:nvSpPr>
            <p:spPr>
              <a:xfrm>
                <a:off x="4523398" y="601885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6018853"/>
                <a:ext cx="734369" cy="407099"/>
              </a:xfrm>
              <a:prstGeom prst="rect">
                <a:avLst/>
              </a:prstGeom>
              <a:blipFill>
                <a:blip r:embed="rId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/>
              <p:nvPr/>
            </p:nvSpPr>
            <p:spPr>
              <a:xfrm>
                <a:off x="5136282" y="598457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82" y="5984578"/>
                <a:ext cx="943661" cy="442750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/>
              <p:nvPr/>
            </p:nvSpPr>
            <p:spPr>
              <a:xfrm>
                <a:off x="6188698" y="597275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698" y="597275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/>
              <p:nvPr/>
            </p:nvSpPr>
            <p:spPr>
              <a:xfrm>
                <a:off x="7303103" y="5950786"/>
                <a:ext cx="608178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103" y="5950786"/>
                <a:ext cx="608178" cy="443455"/>
              </a:xfrm>
              <a:prstGeom prst="rect">
                <a:avLst/>
              </a:prstGeom>
              <a:blipFill>
                <a:blip r:embed="rId8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08">
            <a:extLst>
              <a:ext uri="{FF2B5EF4-FFF2-40B4-BE49-F238E27FC236}">
                <a16:creationId xmlns:a16="http://schemas.microsoft.com/office/drawing/2014/main" id="{275C56FC-AC9A-46EA-AF19-6E203C791CF7}"/>
              </a:ext>
            </a:extLst>
          </p:cNvPr>
          <p:cNvSpPr txBox="1"/>
          <p:nvPr/>
        </p:nvSpPr>
        <p:spPr>
          <a:xfrm>
            <a:off x="6000424" y="612109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7" name="ZoneTexte 109">
            <a:extLst>
              <a:ext uri="{FF2B5EF4-FFF2-40B4-BE49-F238E27FC236}">
                <a16:creationId xmlns:a16="http://schemas.microsoft.com/office/drawing/2014/main" id="{A7C2FE6C-D6DA-49A9-9913-5DC420BB2301}"/>
              </a:ext>
            </a:extLst>
          </p:cNvPr>
          <p:cNvSpPr txBox="1"/>
          <p:nvPr/>
        </p:nvSpPr>
        <p:spPr>
          <a:xfrm>
            <a:off x="7088701" y="607810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AC7AF-5D22-4762-B95F-D4B99C2F4E7E}"/>
              </a:ext>
            </a:extLst>
          </p:cNvPr>
          <p:cNvSpPr/>
          <p:nvPr/>
        </p:nvSpPr>
        <p:spPr>
          <a:xfrm>
            <a:off x="4575261" y="4887119"/>
            <a:ext cx="3363193" cy="727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/>
              <p:nvPr/>
            </p:nvSpPr>
            <p:spPr>
              <a:xfrm>
                <a:off x="4523398" y="502488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5024883"/>
                <a:ext cx="734369" cy="407099"/>
              </a:xfrm>
              <a:prstGeom prst="rect">
                <a:avLst/>
              </a:prstGeom>
              <a:blipFill>
                <a:blip r:embed="rId9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/>
              <p:nvPr/>
            </p:nvSpPr>
            <p:spPr>
              <a:xfrm>
                <a:off x="5107708" y="499060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708" y="4990608"/>
                <a:ext cx="943661" cy="442750"/>
              </a:xfrm>
              <a:prstGeom prst="rect">
                <a:avLst/>
              </a:prstGeom>
              <a:blipFill>
                <a:blip r:embed="rId1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/>
              <p:nvPr/>
            </p:nvSpPr>
            <p:spPr>
              <a:xfrm>
                <a:off x="6202986" y="497878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986" y="497878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/>
              <p:nvPr/>
            </p:nvSpPr>
            <p:spPr>
              <a:xfrm>
                <a:off x="7294839" y="4940913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39" y="4940913"/>
                <a:ext cx="501994" cy="443455"/>
              </a:xfrm>
              <a:prstGeom prst="rect">
                <a:avLst/>
              </a:prstGeom>
              <a:blipFill>
                <a:blip r:embed="rId11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151">
            <a:extLst>
              <a:ext uri="{FF2B5EF4-FFF2-40B4-BE49-F238E27FC236}">
                <a16:creationId xmlns:a16="http://schemas.microsoft.com/office/drawing/2014/main" id="{F5653B02-C89A-456B-8677-C46AC8B4EE1B}"/>
              </a:ext>
            </a:extLst>
          </p:cNvPr>
          <p:cNvSpPr txBox="1"/>
          <p:nvPr/>
        </p:nvSpPr>
        <p:spPr>
          <a:xfrm>
            <a:off x="6014712" y="512712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24" name="ZoneTexte 152">
            <a:extLst>
              <a:ext uri="{FF2B5EF4-FFF2-40B4-BE49-F238E27FC236}">
                <a16:creationId xmlns:a16="http://schemas.microsoft.com/office/drawing/2014/main" id="{48BBAD94-13AF-4A30-A9A5-A3AB52AB810D}"/>
              </a:ext>
            </a:extLst>
          </p:cNvPr>
          <p:cNvSpPr txBox="1"/>
          <p:nvPr/>
        </p:nvSpPr>
        <p:spPr>
          <a:xfrm>
            <a:off x="7060125" y="508413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/>
              <p:nvPr/>
            </p:nvSpPr>
            <p:spPr>
              <a:xfrm>
                <a:off x="159911" y="4118906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118906"/>
                <a:ext cx="2959977" cy="537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/>
              <p:nvPr/>
            </p:nvSpPr>
            <p:spPr>
              <a:xfrm>
                <a:off x="159911" y="5683442"/>
                <a:ext cx="3657860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5683442"/>
                <a:ext cx="3657860" cy="537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/>
              <p:nvPr/>
            </p:nvSpPr>
            <p:spPr>
              <a:xfrm>
                <a:off x="159911" y="4927690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927690"/>
                <a:ext cx="2959977" cy="5371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llipse 76">
            <a:extLst>
              <a:ext uri="{FF2B5EF4-FFF2-40B4-BE49-F238E27FC236}">
                <a16:creationId xmlns:a16="http://schemas.microsoft.com/office/drawing/2014/main" id="{22C6FCDE-ADAA-40BC-988C-34E1F02E9242}"/>
              </a:ext>
            </a:extLst>
          </p:cNvPr>
          <p:cNvSpPr/>
          <p:nvPr/>
        </p:nvSpPr>
        <p:spPr>
          <a:xfrm>
            <a:off x="4835355" y="155178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Ellipse 77">
            <a:extLst>
              <a:ext uri="{FF2B5EF4-FFF2-40B4-BE49-F238E27FC236}">
                <a16:creationId xmlns:a16="http://schemas.microsoft.com/office/drawing/2014/main" id="{0A3C950A-8E43-42E9-8A87-65403A533899}"/>
              </a:ext>
            </a:extLst>
          </p:cNvPr>
          <p:cNvSpPr/>
          <p:nvPr/>
        </p:nvSpPr>
        <p:spPr>
          <a:xfrm>
            <a:off x="5936047" y="974143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/>
              <a:t>1.83</a:t>
            </a:r>
            <a:endParaRPr lang="fr-FR" sz="1400" b="1" baseline="-25000" dirty="0"/>
          </a:p>
        </p:txBody>
      </p:sp>
      <p:sp>
        <p:nvSpPr>
          <p:cNvPr id="31" name="Ellipse 78">
            <a:extLst>
              <a:ext uri="{FF2B5EF4-FFF2-40B4-BE49-F238E27FC236}">
                <a16:creationId xmlns:a16="http://schemas.microsoft.com/office/drawing/2014/main" id="{CBADF332-DEF9-4C6E-A366-EE9A94817903}"/>
              </a:ext>
            </a:extLst>
          </p:cNvPr>
          <p:cNvSpPr/>
          <p:nvPr/>
        </p:nvSpPr>
        <p:spPr>
          <a:xfrm>
            <a:off x="5969481" y="1526937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/>
              <a:t>0.5</a:t>
            </a:r>
            <a:endParaRPr lang="fr-FR" sz="1400" b="1" baseline="-25000" dirty="0"/>
          </a:p>
        </p:txBody>
      </p:sp>
      <p:sp>
        <p:nvSpPr>
          <p:cNvPr id="32" name="Ellipse 80">
            <a:extLst>
              <a:ext uri="{FF2B5EF4-FFF2-40B4-BE49-F238E27FC236}">
                <a16:creationId xmlns:a16="http://schemas.microsoft.com/office/drawing/2014/main" id="{F8E7EE9D-82C5-4B28-A43D-E6E7BEE21E2F}"/>
              </a:ext>
            </a:extLst>
          </p:cNvPr>
          <p:cNvSpPr/>
          <p:nvPr/>
        </p:nvSpPr>
        <p:spPr>
          <a:xfrm>
            <a:off x="6010425" y="2122705"/>
            <a:ext cx="720000" cy="50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/>
              <a:t>0.2</a:t>
            </a:r>
            <a:endParaRPr lang="fr-FR" sz="1400" b="1" baseline="-25000" dirty="0"/>
          </a:p>
        </p:txBody>
      </p:sp>
      <p:sp>
        <p:nvSpPr>
          <p:cNvPr id="33" name="Ellipse 94">
            <a:extLst>
              <a:ext uri="{FF2B5EF4-FFF2-40B4-BE49-F238E27FC236}">
                <a16:creationId xmlns:a16="http://schemas.microsoft.com/office/drawing/2014/main" id="{7ADFE418-34A4-4FC0-B8F6-A4103F5A1DEE}"/>
              </a:ext>
            </a:extLst>
          </p:cNvPr>
          <p:cNvSpPr/>
          <p:nvPr/>
        </p:nvSpPr>
        <p:spPr>
          <a:xfrm>
            <a:off x="7436902" y="1349496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4" name="Connecteur droit avec flèche 95">
            <a:extLst>
              <a:ext uri="{FF2B5EF4-FFF2-40B4-BE49-F238E27FC236}">
                <a16:creationId xmlns:a16="http://schemas.microsoft.com/office/drawing/2014/main" id="{83E38475-278C-451D-B289-64453630F5A9}"/>
              </a:ext>
            </a:extLst>
          </p:cNvPr>
          <p:cNvCxnSpPr/>
          <p:nvPr/>
        </p:nvCxnSpPr>
        <p:spPr>
          <a:xfrm flipV="1">
            <a:off x="8392245" y="177935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96">
            <a:extLst>
              <a:ext uri="{FF2B5EF4-FFF2-40B4-BE49-F238E27FC236}">
                <a16:creationId xmlns:a16="http://schemas.microsoft.com/office/drawing/2014/main" id="{24246B42-7D81-453C-BE7A-131F5F734251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7914574" y="1349496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97">
            <a:extLst>
              <a:ext uri="{FF2B5EF4-FFF2-40B4-BE49-F238E27FC236}">
                <a16:creationId xmlns:a16="http://schemas.microsoft.com/office/drawing/2014/main" id="{0C06CCA3-2C79-4BBC-A27A-8670ADCA33BF}"/>
              </a:ext>
            </a:extLst>
          </p:cNvPr>
          <p:cNvSpPr txBox="1"/>
          <p:nvPr/>
        </p:nvSpPr>
        <p:spPr>
          <a:xfrm>
            <a:off x="7883263" y="1646525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7" name="ZoneTexte 98">
            <a:extLst>
              <a:ext uri="{FF2B5EF4-FFF2-40B4-BE49-F238E27FC236}">
                <a16:creationId xmlns:a16="http://schemas.microsoft.com/office/drawing/2014/main" id="{2B6F50B3-74E8-4293-819B-90246597F258}"/>
              </a:ext>
            </a:extLst>
          </p:cNvPr>
          <p:cNvSpPr txBox="1"/>
          <p:nvPr/>
        </p:nvSpPr>
        <p:spPr>
          <a:xfrm>
            <a:off x="7477597" y="1644414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38" name="Connecteur droit avec flèche 99">
            <a:extLst>
              <a:ext uri="{FF2B5EF4-FFF2-40B4-BE49-F238E27FC236}">
                <a16:creationId xmlns:a16="http://schemas.microsoft.com/office/drawing/2014/main" id="{4BB4B97F-7E00-4DB9-A783-7EDAE33A6F08}"/>
              </a:ext>
            </a:extLst>
          </p:cNvPr>
          <p:cNvCxnSpPr>
            <a:stCxn id="29" idx="6"/>
            <a:endCxn id="31" idx="2"/>
          </p:cNvCxnSpPr>
          <p:nvPr/>
        </p:nvCxnSpPr>
        <p:spPr>
          <a:xfrm flipV="1">
            <a:off x="5447355" y="1778937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00">
            <a:extLst>
              <a:ext uri="{FF2B5EF4-FFF2-40B4-BE49-F238E27FC236}">
                <a16:creationId xmlns:a16="http://schemas.microsoft.com/office/drawing/2014/main" id="{1A23C056-1107-41F9-B99D-331BE3F11C94}"/>
              </a:ext>
            </a:extLst>
          </p:cNvPr>
          <p:cNvCxnSpPr>
            <a:stCxn id="40" idx="6"/>
            <a:endCxn id="32" idx="2"/>
          </p:cNvCxnSpPr>
          <p:nvPr/>
        </p:nvCxnSpPr>
        <p:spPr>
          <a:xfrm flipV="1">
            <a:off x="5461003" y="2374705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01">
            <a:extLst>
              <a:ext uri="{FF2B5EF4-FFF2-40B4-BE49-F238E27FC236}">
                <a16:creationId xmlns:a16="http://schemas.microsoft.com/office/drawing/2014/main" id="{25052131-321E-4CE1-B662-A527FC560DA1}"/>
              </a:ext>
            </a:extLst>
          </p:cNvPr>
          <p:cNvSpPr/>
          <p:nvPr/>
        </p:nvSpPr>
        <p:spPr>
          <a:xfrm>
            <a:off x="4849003" y="214641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ZoneTexte 102">
            <a:extLst>
              <a:ext uri="{FF2B5EF4-FFF2-40B4-BE49-F238E27FC236}">
                <a16:creationId xmlns:a16="http://schemas.microsoft.com/office/drawing/2014/main" id="{C5230C8F-7A89-4D8D-BA4E-6D0237B32BA7}"/>
              </a:ext>
            </a:extLst>
          </p:cNvPr>
          <p:cNvSpPr txBox="1"/>
          <p:nvPr/>
        </p:nvSpPr>
        <p:spPr>
          <a:xfrm>
            <a:off x="6933269" y="984831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235E59-D1C8-4C69-94D6-8AFB4CB664A7}"/>
              </a:ext>
            </a:extLst>
          </p:cNvPr>
          <p:cNvSpPr/>
          <p:nvPr/>
        </p:nvSpPr>
        <p:spPr>
          <a:xfrm>
            <a:off x="4922800" y="1569941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E9DEF8-4C26-4EAA-BEA3-FC32B0CDC055}"/>
              </a:ext>
            </a:extLst>
          </p:cNvPr>
          <p:cNvSpPr/>
          <p:nvPr/>
        </p:nvSpPr>
        <p:spPr>
          <a:xfrm>
            <a:off x="4948859" y="2188760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4" name="Connecteur droit 106">
            <a:extLst>
              <a:ext uri="{FF2B5EF4-FFF2-40B4-BE49-F238E27FC236}">
                <a16:creationId xmlns:a16="http://schemas.microsoft.com/office/drawing/2014/main" id="{BCB271E6-1E8A-4752-8C61-9C5E744629E1}"/>
              </a:ext>
            </a:extLst>
          </p:cNvPr>
          <p:cNvCxnSpPr>
            <a:stCxn id="30" idx="6"/>
            <a:endCxn id="33" idx="2"/>
          </p:cNvCxnSpPr>
          <p:nvPr/>
        </p:nvCxnSpPr>
        <p:spPr>
          <a:xfrm>
            <a:off x="6656047" y="1226143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07">
            <a:extLst>
              <a:ext uri="{FF2B5EF4-FFF2-40B4-BE49-F238E27FC236}">
                <a16:creationId xmlns:a16="http://schemas.microsoft.com/office/drawing/2014/main" id="{4F02100B-6958-4605-BE04-4CB2B0B20FB1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>
            <a:off x="6689481" y="1778937"/>
            <a:ext cx="747421" cy="2093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108">
            <a:extLst>
              <a:ext uri="{FF2B5EF4-FFF2-40B4-BE49-F238E27FC236}">
                <a16:creationId xmlns:a16="http://schemas.microsoft.com/office/drawing/2014/main" id="{71A7084D-7F2A-4155-9EAE-DA591040C361}"/>
              </a:ext>
            </a:extLst>
          </p:cNvPr>
          <p:cNvCxnSpPr>
            <a:stCxn id="32" idx="6"/>
            <a:endCxn id="33" idx="2"/>
          </p:cNvCxnSpPr>
          <p:nvPr/>
        </p:nvCxnSpPr>
        <p:spPr>
          <a:xfrm flipV="1">
            <a:off x="6730425" y="1799872"/>
            <a:ext cx="706477" cy="57483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93BCA-1CC0-4461-89EB-8BE4A6CE0DA5}"/>
              </a:ext>
            </a:extLst>
          </p:cNvPr>
          <p:cNvSpPr/>
          <p:nvPr/>
        </p:nvSpPr>
        <p:spPr>
          <a:xfrm>
            <a:off x="4600558" y="421166"/>
            <a:ext cx="5018252" cy="3260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105">
            <a:extLst>
              <a:ext uri="{FF2B5EF4-FFF2-40B4-BE49-F238E27FC236}">
                <a16:creationId xmlns:a16="http://schemas.microsoft.com/office/drawing/2014/main" id="{09F4ACB3-7C5D-4096-8C4F-F7C7135A8960}"/>
              </a:ext>
            </a:extLst>
          </p:cNvPr>
          <p:cNvSpPr txBox="1"/>
          <p:nvPr/>
        </p:nvSpPr>
        <p:spPr>
          <a:xfrm>
            <a:off x="8332162" y="1315793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9011DA8E-5F4B-4FCF-82EF-6C2CB9D5482C}"/>
              </a:ext>
            </a:extLst>
          </p:cNvPr>
          <p:cNvSpPr/>
          <p:nvPr/>
        </p:nvSpPr>
        <p:spPr>
          <a:xfrm>
            <a:off x="8932245" y="1453861"/>
            <a:ext cx="657225" cy="663845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?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7367F84-D09D-4B97-8ED0-60E007AC8805}"/>
              </a:ext>
            </a:extLst>
          </p:cNvPr>
          <p:cNvCxnSpPr>
            <a:stCxn id="49" idx="2"/>
          </p:cNvCxnSpPr>
          <p:nvPr/>
        </p:nvCxnSpPr>
        <p:spPr>
          <a:xfrm rot="5400000">
            <a:off x="7805256" y="1513342"/>
            <a:ext cx="851239" cy="20599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CF6F9E7-621A-44C4-B34F-C24075DA39FB}"/>
              </a:ext>
            </a:extLst>
          </p:cNvPr>
          <p:cNvSpPr/>
          <p:nvPr/>
        </p:nvSpPr>
        <p:spPr>
          <a:xfrm>
            <a:off x="6291906" y="2745701"/>
            <a:ext cx="925675" cy="42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C17BBC-9F17-49C7-8FB3-621954FD86CA}"/>
              </a:ext>
            </a:extLst>
          </p:cNvPr>
          <p:cNvCxnSpPr>
            <a:cxnSpLocks/>
          </p:cNvCxnSpPr>
          <p:nvPr/>
        </p:nvCxnSpPr>
        <p:spPr>
          <a:xfrm>
            <a:off x="4786625" y="697939"/>
            <a:ext cx="4313163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C5A3E72-80EE-49AC-80B1-411E722EEFA4}"/>
              </a:ext>
            </a:extLst>
          </p:cNvPr>
          <p:cNvSpPr/>
          <p:nvPr/>
        </p:nvSpPr>
        <p:spPr>
          <a:xfrm>
            <a:off x="5959024" y="493288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3258DE-2FC7-40E7-8C21-62E348A90D39}"/>
              </a:ext>
            </a:extLst>
          </p:cNvPr>
          <p:cNvCxnSpPr>
            <a:cxnSpLocks/>
          </p:cNvCxnSpPr>
          <p:nvPr/>
        </p:nvCxnSpPr>
        <p:spPr>
          <a:xfrm flipH="1">
            <a:off x="5141355" y="3407567"/>
            <a:ext cx="4136783" cy="34281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86CDC0F-46C1-4864-AE2A-25B8BBB444B4}"/>
              </a:ext>
            </a:extLst>
          </p:cNvPr>
          <p:cNvSpPr/>
          <p:nvPr/>
        </p:nvSpPr>
        <p:spPr>
          <a:xfrm>
            <a:off x="5818734" y="3260305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/>
              <p:nvPr/>
            </p:nvSpPr>
            <p:spPr>
              <a:xfrm>
                <a:off x="123596" y="2279315"/>
                <a:ext cx="3597820" cy="104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=w1*x1+w2*x2+bias</a:t>
                </a:r>
              </a:p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Predicted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output=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sigmoid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6" y="2279315"/>
                <a:ext cx="3597820" cy="1045799"/>
              </a:xfrm>
              <a:prstGeom prst="rect">
                <a:avLst/>
              </a:prstGeom>
              <a:blipFill>
                <a:blip r:embed="rId15"/>
                <a:stretch>
                  <a:fillRect l="-847" t="-175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71F048C1-971F-41CC-9213-1B61A5F93FAC}"/>
              </a:ext>
            </a:extLst>
          </p:cNvPr>
          <p:cNvSpPr/>
          <p:nvPr/>
        </p:nvSpPr>
        <p:spPr>
          <a:xfrm>
            <a:off x="112551" y="1878687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A81024-C513-4F0F-8961-3803C3BECDFF}"/>
              </a:ext>
            </a:extLst>
          </p:cNvPr>
          <p:cNvSpPr/>
          <p:nvPr/>
        </p:nvSpPr>
        <p:spPr>
          <a:xfrm>
            <a:off x="84454" y="3551431"/>
            <a:ext cx="1983646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/>
              <p:nvPr/>
            </p:nvSpPr>
            <p:spPr>
              <a:xfrm>
                <a:off x="8499499" y="6091831"/>
                <a:ext cx="918644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499" y="6091831"/>
                <a:ext cx="918644" cy="443455"/>
              </a:xfrm>
              <a:prstGeom prst="rect">
                <a:avLst/>
              </a:prstGeom>
              <a:blipFill>
                <a:blip r:embed="rId16"/>
                <a:stretch>
                  <a:fillRect b="-13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/>
              <p:nvPr/>
            </p:nvSpPr>
            <p:spPr>
              <a:xfrm>
                <a:off x="8513994" y="4990608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994" y="4990608"/>
                <a:ext cx="910676" cy="443455"/>
              </a:xfrm>
              <a:prstGeom prst="rect">
                <a:avLst/>
              </a:prstGeom>
              <a:blipFill>
                <a:blip r:embed="rId17"/>
                <a:stretch>
                  <a:fillRect b="-135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/>
              <p:nvPr/>
            </p:nvSpPr>
            <p:spPr>
              <a:xfrm>
                <a:off x="8507467" y="5507331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467" y="5507331"/>
                <a:ext cx="910676" cy="44345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/>
              <p:nvPr/>
            </p:nvSpPr>
            <p:spPr>
              <a:xfrm>
                <a:off x="8476401" y="3758816"/>
                <a:ext cx="2775119" cy="474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2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1" y="3758816"/>
                <a:ext cx="2775119" cy="474553"/>
              </a:xfrm>
              <a:prstGeom prst="rect">
                <a:avLst/>
              </a:prstGeom>
              <a:blipFill>
                <a:blip r:embed="rId19"/>
                <a:stretch>
                  <a:fillRect b="-50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/>
              <p:nvPr/>
            </p:nvSpPr>
            <p:spPr>
              <a:xfrm>
                <a:off x="8476402" y="4346712"/>
                <a:ext cx="2775119" cy="50731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2" y="4346712"/>
                <a:ext cx="2775119" cy="507318"/>
              </a:xfrm>
              <a:prstGeom prst="rect">
                <a:avLst/>
              </a:prstGeom>
              <a:blipFill>
                <a:blip r:embed="rId20"/>
                <a:stretch>
                  <a:fillRect t="-174118" r="-23362" b="-2541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Tableau 109">
            <a:extLst>
              <a:ext uri="{FF2B5EF4-FFF2-40B4-BE49-F238E27FC236}">
                <a16:creationId xmlns:a16="http://schemas.microsoft.com/office/drawing/2014/main" id="{50A4764C-9A28-47DE-918C-24832813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35572"/>
              </p:ext>
            </p:extLst>
          </p:nvPr>
        </p:nvGraphicFramePr>
        <p:xfrm>
          <a:off x="2108592" y="463421"/>
          <a:ext cx="2291023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58A7CD8-DAE3-4AA3-8EA9-6322B6B96A97}"/>
              </a:ext>
            </a:extLst>
          </p:cNvPr>
          <p:cNvSpPr txBox="1"/>
          <p:nvPr/>
        </p:nvSpPr>
        <p:spPr>
          <a:xfrm>
            <a:off x="2302832" y="1443306"/>
            <a:ext cx="21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AE558F-627A-1143-D69E-EB5243DF78AA}"/>
              </a:ext>
            </a:extLst>
          </p:cNvPr>
          <p:cNvSpPr/>
          <p:nvPr/>
        </p:nvSpPr>
        <p:spPr>
          <a:xfrm>
            <a:off x="76805" y="1872760"/>
            <a:ext cx="3376711" cy="14523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86BE5-A8DE-66D5-79C4-BA1E566628E7}"/>
              </a:ext>
            </a:extLst>
          </p:cNvPr>
          <p:cNvSpPr/>
          <p:nvPr/>
        </p:nvSpPr>
        <p:spPr>
          <a:xfrm>
            <a:off x="109867" y="3551430"/>
            <a:ext cx="3795933" cy="2686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" name="ZoneTexte 14">
            <a:extLst>
              <a:ext uri="{FF2B5EF4-FFF2-40B4-BE49-F238E27FC236}">
                <a16:creationId xmlns:a16="http://schemas.microsoft.com/office/drawing/2014/main" id="{5BD6ED3B-033F-2A5D-A49D-ACF4A590B41E}"/>
              </a:ext>
            </a:extLst>
          </p:cNvPr>
          <p:cNvSpPr txBox="1"/>
          <p:nvPr/>
        </p:nvSpPr>
        <p:spPr>
          <a:xfrm>
            <a:off x="15932" y="-17696"/>
            <a:ext cx="737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Appliquer le </a:t>
            </a:r>
            <a:r>
              <a:rPr lang="fr-MA" sz="2400" b="1" dirty="0" err="1">
                <a:solidFill>
                  <a:srgbClr val="0065FA"/>
                </a:solidFill>
              </a:rPr>
              <a:t>chain</a:t>
            </a:r>
            <a:r>
              <a:rPr lang="fr-MA" sz="2400" b="1" dirty="0">
                <a:solidFill>
                  <a:srgbClr val="0065FA"/>
                </a:solidFill>
              </a:rPr>
              <a:t> </a:t>
            </a:r>
            <a:r>
              <a:rPr lang="fr-MA" sz="2400" b="1" dirty="0" err="1">
                <a:solidFill>
                  <a:srgbClr val="0065FA"/>
                </a:solidFill>
              </a:rPr>
              <a:t>rule</a:t>
            </a:r>
            <a:r>
              <a:rPr lang="fr-MA" sz="2400" b="1" dirty="0">
                <a:solidFill>
                  <a:srgbClr val="0065FA"/>
                </a:solidFill>
              </a:rPr>
              <a:t> pour un seul neurone</a:t>
            </a:r>
            <a:endParaRPr lang="fr-FR" sz="24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470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38D255-6776-4F49-90CA-9E86E93D58E8}"/>
              </a:ext>
            </a:extLst>
          </p:cNvPr>
          <p:cNvSpPr/>
          <p:nvPr/>
        </p:nvSpPr>
        <p:spPr>
          <a:xfrm>
            <a:off x="4271963" y="1828806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9B520D-3C4C-4288-BC7A-53B9E0A16D6A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4964907" y="1828806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9969A9-8720-4299-AB09-A9F6085E4746}"/>
              </a:ext>
            </a:extLst>
          </p:cNvPr>
          <p:cNvSpPr txBox="1"/>
          <p:nvPr/>
        </p:nvSpPr>
        <p:spPr>
          <a:xfrm>
            <a:off x="4271963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BF92E-BD06-482D-A012-739DA28BA3ED}"/>
              </a:ext>
            </a:extLst>
          </p:cNvPr>
          <p:cNvSpPr txBox="1"/>
          <p:nvPr/>
        </p:nvSpPr>
        <p:spPr>
          <a:xfrm>
            <a:off x="4947048" y="2044190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52EF33-2B42-4953-B553-80A8C3B729D8}"/>
              </a:ext>
            </a:extLst>
          </p:cNvPr>
          <p:cNvSpPr/>
          <p:nvPr/>
        </p:nvSpPr>
        <p:spPr>
          <a:xfrm>
            <a:off x="4225528" y="3138498"/>
            <a:ext cx="1385887" cy="8001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E5E38-2366-40C2-BA43-D7492DFC838B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4918472" y="3138498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ED8A83-2390-4DE8-AA3E-EE97AB91A7FA}"/>
              </a:ext>
            </a:extLst>
          </p:cNvPr>
          <p:cNvSpPr txBox="1"/>
          <p:nvPr/>
        </p:nvSpPr>
        <p:spPr>
          <a:xfrm>
            <a:off x="4225528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0498B-3FC0-405F-8CF6-F5B9BD3C4D27}"/>
              </a:ext>
            </a:extLst>
          </p:cNvPr>
          <p:cNvSpPr txBox="1"/>
          <p:nvPr/>
        </p:nvSpPr>
        <p:spPr>
          <a:xfrm>
            <a:off x="4900613" y="3353882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529C1C-747A-461E-9CA3-E90F7D72E06C}"/>
              </a:ext>
            </a:extLst>
          </p:cNvPr>
          <p:cNvSpPr/>
          <p:nvPr/>
        </p:nvSpPr>
        <p:spPr>
          <a:xfrm>
            <a:off x="1257300" y="1885954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21045-C211-4092-A9D7-0B7B73CE948E}"/>
              </a:ext>
            </a:extLst>
          </p:cNvPr>
          <p:cNvSpPr/>
          <p:nvPr/>
        </p:nvSpPr>
        <p:spPr>
          <a:xfrm>
            <a:off x="1257300" y="3195648"/>
            <a:ext cx="6572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571E33-648A-4709-A040-58EBCAD4A857}"/>
              </a:ext>
            </a:extLst>
          </p:cNvPr>
          <p:cNvCxnSpPr>
            <a:stCxn id="10" idx="6"/>
            <a:endCxn id="4" idx="1"/>
          </p:cNvCxnSpPr>
          <p:nvPr/>
        </p:nvCxnSpPr>
        <p:spPr>
          <a:xfrm>
            <a:off x="1914525" y="2228854"/>
            <a:ext cx="2357438" cy="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5AA70A-B31B-43A1-952F-6288D2B18A78}"/>
              </a:ext>
            </a:extLst>
          </p:cNvPr>
          <p:cNvCxnSpPr>
            <a:cxnSpLocks/>
            <a:stCxn id="11" idx="6"/>
            <a:endCxn id="8" idx="1"/>
          </p:cNvCxnSpPr>
          <p:nvPr/>
        </p:nvCxnSpPr>
        <p:spPr>
          <a:xfrm>
            <a:off x="1914525" y="3538548"/>
            <a:ext cx="2311003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D361FD-612A-4108-883B-322CF737F9B2}"/>
              </a:ext>
            </a:extLst>
          </p:cNvPr>
          <p:cNvCxnSpPr>
            <a:cxnSpLocks/>
            <a:stCxn id="11" idx="6"/>
            <a:endCxn id="4" idx="1"/>
          </p:cNvCxnSpPr>
          <p:nvPr/>
        </p:nvCxnSpPr>
        <p:spPr>
          <a:xfrm flipV="1">
            <a:off x="1914525" y="2228856"/>
            <a:ext cx="2357438" cy="1309692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B2318A-B8B8-4DC8-BEC4-D3287442A05F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1914525" y="2228854"/>
            <a:ext cx="2311003" cy="13096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45EBB5-C38F-45C9-A2FD-673C98B7AFC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790826" y="1294749"/>
            <a:ext cx="1481137" cy="934107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2BDB9F-DB6F-4A06-8778-2728600421AF}"/>
              </a:ext>
            </a:extLst>
          </p:cNvPr>
          <p:cNvSpPr txBox="1"/>
          <p:nvPr/>
        </p:nvSpPr>
        <p:spPr>
          <a:xfrm>
            <a:off x="2556273" y="86982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bias1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992A3F-C558-46EA-9E70-A96ED29F9A85}"/>
              </a:ext>
            </a:extLst>
          </p:cNvPr>
          <p:cNvSpPr txBox="1"/>
          <p:nvPr/>
        </p:nvSpPr>
        <p:spPr>
          <a:xfrm>
            <a:off x="2584847" y="45646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bias2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4B27F4-ED34-476D-BC62-2D38EF97C9BD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046810" y="3538548"/>
            <a:ext cx="1178718" cy="1494358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73DB8D4-0D12-4849-A566-A3D07A7685AE}"/>
              </a:ext>
            </a:extLst>
          </p:cNvPr>
          <p:cNvSpPr/>
          <p:nvPr/>
        </p:nvSpPr>
        <p:spPr>
          <a:xfrm>
            <a:off x="6981837" y="2424122"/>
            <a:ext cx="1385887" cy="800100"/>
          </a:xfrm>
          <a:prstGeom prst="ellipse">
            <a:avLst/>
          </a:prstGeom>
          <a:solidFill>
            <a:srgbClr val="9BE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4401B3-4E05-48F1-80D3-1ED022E31E72}"/>
              </a:ext>
            </a:extLst>
          </p:cNvPr>
          <p:cNvCxnSpPr>
            <a:cxnSpLocks/>
            <a:stCxn id="34" idx="0"/>
            <a:endCxn id="34" idx="4"/>
          </p:cNvCxnSpPr>
          <p:nvPr/>
        </p:nvCxnSpPr>
        <p:spPr>
          <a:xfrm>
            <a:off x="7674781" y="2424122"/>
            <a:ext cx="0" cy="8001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D3439CD-967E-43E9-806E-4683B88C5198}"/>
              </a:ext>
            </a:extLst>
          </p:cNvPr>
          <p:cNvSpPr txBox="1"/>
          <p:nvPr/>
        </p:nvSpPr>
        <p:spPr>
          <a:xfrm>
            <a:off x="6981837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sum3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7EB101-C28B-4E6E-86F0-9700B9AC7310}"/>
              </a:ext>
            </a:extLst>
          </p:cNvPr>
          <p:cNvSpPr txBox="1"/>
          <p:nvPr/>
        </p:nvSpPr>
        <p:spPr>
          <a:xfrm>
            <a:off x="7656922" y="2639506"/>
            <a:ext cx="7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965C5-7A87-49D2-AA77-94BB28A00772}"/>
              </a:ext>
            </a:extLst>
          </p:cNvPr>
          <p:cNvSpPr txBox="1"/>
          <p:nvPr/>
        </p:nvSpPr>
        <p:spPr>
          <a:xfrm>
            <a:off x="2712243" y="188342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672321-4812-4D5F-89B1-55D2585E820C}"/>
              </a:ext>
            </a:extLst>
          </p:cNvPr>
          <p:cNvSpPr txBox="1"/>
          <p:nvPr/>
        </p:nvSpPr>
        <p:spPr>
          <a:xfrm>
            <a:off x="3173611" y="2309161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B2E5F-77B7-47F7-8594-4A82AC111448}"/>
              </a:ext>
            </a:extLst>
          </p:cNvPr>
          <p:cNvSpPr txBox="1"/>
          <p:nvPr/>
        </p:nvSpPr>
        <p:spPr>
          <a:xfrm>
            <a:off x="3201606" y="306066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12D22E-DE02-4C27-828C-1445FA972057}"/>
              </a:ext>
            </a:extLst>
          </p:cNvPr>
          <p:cNvSpPr txBox="1"/>
          <p:nvPr/>
        </p:nvSpPr>
        <p:spPr>
          <a:xfrm>
            <a:off x="2624735" y="34949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w4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757C65-F3F5-4F3E-8DE6-C2F1E472C6C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657850" y="2286003"/>
            <a:ext cx="1323987" cy="538169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9346076-3C68-4D93-9BE7-019066F2917E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564982" y="2824172"/>
            <a:ext cx="1416855" cy="724976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3EE8B-2E53-4E32-B988-AD9A4768FDCE}"/>
              </a:ext>
            </a:extLst>
          </p:cNvPr>
          <p:cNvCxnSpPr>
            <a:cxnSpLocks/>
          </p:cNvCxnSpPr>
          <p:nvPr/>
        </p:nvCxnSpPr>
        <p:spPr>
          <a:xfrm>
            <a:off x="8399871" y="2824172"/>
            <a:ext cx="692944" cy="0"/>
          </a:xfrm>
          <a:prstGeom prst="straightConnector1">
            <a:avLst/>
          </a:prstGeom>
          <a:ln w="28575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3CB7F08-0109-46FC-93DB-1815D3479B83}"/>
              </a:ext>
            </a:extLst>
          </p:cNvPr>
          <p:cNvSpPr txBox="1"/>
          <p:nvPr/>
        </p:nvSpPr>
        <p:spPr>
          <a:xfrm>
            <a:off x="6274009" y="126819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bias3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9DC889-3342-430B-A288-AA713FA591F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6240067" y="1496507"/>
            <a:ext cx="741770" cy="1327665"/>
          </a:xfrm>
          <a:prstGeom prst="line">
            <a:avLst/>
          </a:prstGeom>
          <a:ln w="38100">
            <a:solidFill>
              <a:srgbClr val="0065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216A12-7483-4504-927B-ED57EFBC7D30}"/>
              </a:ext>
            </a:extLst>
          </p:cNvPr>
          <p:cNvSpPr txBox="1"/>
          <p:nvPr/>
        </p:nvSpPr>
        <p:spPr>
          <a:xfrm>
            <a:off x="5750718" y="204449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EE36E7-A0AF-4016-8C55-0BD899433D5B}"/>
              </a:ext>
            </a:extLst>
          </p:cNvPr>
          <p:cNvSpPr txBox="1"/>
          <p:nvPr/>
        </p:nvSpPr>
        <p:spPr>
          <a:xfrm>
            <a:off x="5738217" y="295383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8874F8-BFD6-4F98-80F3-5E972FA68931}"/>
              </a:ext>
            </a:extLst>
          </p:cNvPr>
          <p:cNvSpPr txBox="1"/>
          <p:nvPr/>
        </p:nvSpPr>
        <p:spPr>
          <a:xfrm>
            <a:off x="6453782" y="1591745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C67CA1-61E0-4208-A23E-D80E46BA8AFE}"/>
              </a:ext>
            </a:extLst>
          </p:cNvPr>
          <p:cNvSpPr txBox="1"/>
          <p:nvPr/>
        </p:nvSpPr>
        <p:spPr>
          <a:xfrm>
            <a:off x="5591188" y="2370422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0.35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AD3399-D5DE-494B-918C-06B7EC0F8367}"/>
              </a:ext>
            </a:extLst>
          </p:cNvPr>
          <p:cNvSpPr txBox="1"/>
          <p:nvPr/>
        </p:nvSpPr>
        <p:spPr>
          <a:xfrm>
            <a:off x="5948367" y="330947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-0.45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5301B-0A66-4D5D-A280-DAAC557D7DB3}"/>
              </a:ext>
            </a:extLst>
          </p:cNvPr>
          <p:cNvSpPr txBox="1"/>
          <p:nvPr/>
        </p:nvSpPr>
        <p:spPr>
          <a:xfrm>
            <a:off x="2742010" y="219224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EC1157-3FA4-4152-8844-0F01ABF86495}"/>
              </a:ext>
            </a:extLst>
          </p:cNvPr>
          <p:cNvSpPr txBox="1"/>
          <p:nvPr/>
        </p:nvSpPr>
        <p:spPr>
          <a:xfrm>
            <a:off x="2235399" y="1121843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5E6953-BE4C-4048-9D22-FA40E6DAD66D}"/>
              </a:ext>
            </a:extLst>
          </p:cNvPr>
          <p:cNvSpPr txBox="1"/>
          <p:nvPr/>
        </p:nvSpPr>
        <p:spPr>
          <a:xfrm>
            <a:off x="3437638" y="2592296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0000"/>
                </a:solidFill>
              </a:rPr>
              <a:t>w2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5C0533-D9C6-4A19-8977-932E26751928}"/>
              </a:ext>
            </a:extLst>
          </p:cNvPr>
          <p:cNvSpPr txBox="1"/>
          <p:nvPr/>
        </p:nvSpPr>
        <p:spPr>
          <a:xfrm>
            <a:off x="3639742" y="2969708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-0.7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65DBDC-3D86-4A12-8F73-E93D941CEA14}"/>
              </a:ext>
            </a:extLst>
          </p:cNvPr>
          <p:cNvSpPr txBox="1"/>
          <p:nvPr/>
        </p:nvSpPr>
        <p:spPr>
          <a:xfrm>
            <a:off x="2577109" y="3219449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5A6E29-40C5-4A9C-8144-9FFFD91DC956}"/>
              </a:ext>
            </a:extLst>
          </p:cNvPr>
          <p:cNvSpPr txBox="1"/>
          <p:nvPr/>
        </p:nvSpPr>
        <p:spPr>
          <a:xfrm>
            <a:off x="3099792" y="4772367"/>
            <a:ext cx="71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A5C03-E35B-49A3-B076-670342178C17}"/>
              </a:ext>
            </a:extLst>
          </p:cNvPr>
          <p:cNvSpPr txBox="1"/>
          <p:nvPr/>
        </p:nvSpPr>
        <p:spPr>
          <a:xfrm>
            <a:off x="8414159" y="2953832"/>
            <a:ext cx="692944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bg1"/>
                </a:solidFill>
              </a:rPr>
              <a:t>0.03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F964022-910C-4619-973B-CDA304908FB5}"/>
              </a:ext>
            </a:extLst>
          </p:cNvPr>
          <p:cNvCxnSpPr>
            <a:cxnSpLocks/>
          </p:cNvCxnSpPr>
          <p:nvPr/>
        </p:nvCxnSpPr>
        <p:spPr>
          <a:xfrm>
            <a:off x="1369051" y="869823"/>
            <a:ext cx="58930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3833572-6024-4FFE-B81B-E80073E58948}"/>
              </a:ext>
            </a:extLst>
          </p:cNvPr>
          <p:cNvSpPr txBox="1"/>
          <p:nvPr/>
        </p:nvSpPr>
        <p:spPr>
          <a:xfrm>
            <a:off x="2914055" y="5364855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868F09F-7E06-4265-A62D-A4EA25A1EE4B}"/>
              </a:ext>
            </a:extLst>
          </p:cNvPr>
          <p:cNvCxnSpPr>
            <a:cxnSpLocks/>
          </p:cNvCxnSpPr>
          <p:nvPr/>
        </p:nvCxnSpPr>
        <p:spPr>
          <a:xfrm flipH="1">
            <a:off x="1509452" y="5402496"/>
            <a:ext cx="68751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B710569-A7E0-4A3D-AB2F-FDE2C9F6CD16}"/>
              </a:ext>
            </a:extLst>
          </p:cNvPr>
          <p:cNvSpPr txBox="1"/>
          <p:nvPr/>
        </p:nvSpPr>
        <p:spPr>
          <a:xfrm>
            <a:off x="3252192" y="567079"/>
            <a:ext cx="30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MA" b="1" dirty="0"/>
          </a:p>
        </p:txBody>
      </p:sp>
      <p:sp>
        <p:nvSpPr>
          <p:cNvPr id="12" name="ZoneTexte 14">
            <a:extLst>
              <a:ext uri="{FF2B5EF4-FFF2-40B4-BE49-F238E27FC236}">
                <a16:creationId xmlns:a16="http://schemas.microsoft.com/office/drawing/2014/main" id="{8C50BA52-253C-32FF-E3F3-E0FB1B5910BE}"/>
              </a:ext>
            </a:extLst>
          </p:cNvPr>
          <p:cNvSpPr txBox="1"/>
          <p:nvPr/>
        </p:nvSpPr>
        <p:spPr>
          <a:xfrm>
            <a:off x="15932" y="-17696"/>
            <a:ext cx="10621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Appliquer le </a:t>
            </a:r>
            <a:r>
              <a:rPr lang="fr-MA" sz="2400" b="1" dirty="0" err="1">
                <a:solidFill>
                  <a:srgbClr val="0065FA"/>
                </a:solidFill>
              </a:rPr>
              <a:t>chain</a:t>
            </a:r>
            <a:r>
              <a:rPr lang="fr-MA" sz="2400" b="1" dirty="0">
                <a:solidFill>
                  <a:srgbClr val="0065FA"/>
                </a:solidFill>
              </a:rPr>
              <a:t> </a:t>
            </a:r>
            <a:r>
              <a:rPr lang="fr-MA" sz="2400" b="1" dirty="0" err="1">
                <a:solidFill>
                  <a:srgbClr val="0065FA"/>
                </a:solidFill>
              </a:rPr>
              <a:t>rule</a:t>
            </a:r>
            <a:r>
              <a:rPr lang="fr-MA" sz="2400" b="1" dirty="0">
                <a:solidFill>
                  <a:srgbClr val="0065FA"/>
                </a:solidFill>
              </a:rPr>
              <a:t> pour un réseau de neurones avec une couche cachée</a:t>
            </a:r>
            <a:endParaRPr lang="fr-FR" sz="24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767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BB8B4-3544-483C-94CD-AA07E5F25B2F}"/>
                  </a:ext>
                </a:extLst>
              </p:cNvPr>
              <p:cNvSpPr/>
              <p:nvPr/>
            </p:nvSpPr>
            <p:spPr>
              <a:xfrm>
                <a:off x="445661" y="938338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0BB8B4-3544-483C-94CD-AA07E5F25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938338"/>
                <a:ext cx="3657858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8A4185B-45A5-4E58-9E37-48615AE29A41}"/>
                  </a:ext>
                </a:extLst>
              </p:cNvPr>
              <p:cNvSpPr/>
              <p:nvPr/>
            </p:nvSpPr>
            <p:spPr>
              <a:xfrm>
                <a:off x="445661" y="1576513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8A4185B-45A5-4E58-9E37-48615AE29A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1576513"/>
                <a:ext cx="3657858" cy="537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DE5409-1498-485F-894D-8FB47369F319}"/>
                  </a:ext>
                </a:extLst>
              </p:cNvPr>
              <p:cNvSpPr/>
              <p:nvPr/>
            </p:nvSpPr>
            <p:spPr>
              <a:xfrm>
                <a:off x="445661" y="2348038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DE5409-1498-485F-894D-8FB47369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2348038"/>
                <a:ext cx="3657858" cy="537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F57935-EF2D-41E2-B1D3-FFA457D71736}"/>
                  </a:ext>
                </a:extLst>
              </p:cNvPr>
              <p:cNvSpPr/>
              <p:nvPr/>
            </p:nvSpPr>
            <p:spPr>
              <a:xfrm>
                <a:off x="445661" y="3060225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F57935-EF2D-41E2-B1D3-FFA457D71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3060225"/>
                <a:ext cx="3657858" cy="537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786FD-C00D-4FA3-9668-C6A819B208F8}"/>
                  </a:ext>
                </a:extLst>
              </p:cNvPr>
              <p:cNvSpPr/>
              <p:nvPr/>
            </p:nvSpPr>
            <p:spPr>
              <a:xfrm>
                <a:off x="445661" y="4469816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786FD-C00D-4FA3-9668-C6A819B20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4469816"/>
                <a:ext cx="3657858" cy="537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72ED9-ABD6-433F-88A9-62CAA818CB8D}"/>
                  </a:ext>
                </a:extLst>
              </p:cNvPr>
              <p:cNvSpPr/>
              <p:nvPr/>
            </p:nvSpPr>
            <p:spPr>
              <a:xfrm>
                <a:off x="445661" y="5207714"/>
                <a:ext cx="3657858" cy="5371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72ED9-ABD6-433F-88A9-62CAA818C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61" y="5207714"/>
                <a:ext cx="3657858" cy="5371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B3636EF-A03C-4132-9DAB-CF5174444F47}"/>
                  </a:ext>
                </a:extLst>
              </p:cNvPr>
              <p:cNvSpPr/>
              <p:nvPr/>
            </p:nvSpPr>
            <p:spPr>
              <a:xfrm>
                <a:off x="7588298" y="3418160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B3636EF-A03C-4132-9DAB-CF5174444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3418160"/>
                <a:ext cx="3657858" cy="5371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8BF53F-17DB-4CFB-A15F-155A6AC8D7CB}"/>
                  </a:ext>
                </a:extLst>
              </p:cNvPr>
              <p:cNvSpPr/>
              <p:nvPr/>
            </p:nvSpPr>
            <p:spPr>
              <a:xfrm>
                <a:off x="7588298" y="4056335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8BF53F-17DB-4CFB-A15F-155A6AC8D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4056335"/>
                <a:ext cx="3657858" cy="5371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313A14-F018-4E00-B3B1-8500A0D11588}"/>
                  </a:ext>
                </a:extLst>
              </p:cNvPr>
              <p:cNvSpPr/>
              <p:nvPr/>
            </p:nvSpPr>
            <p:spPr>
              <a:xfrm>
                <a:off x="7588298" y="5370795"/>
                <a:ext cx="3657858" cy="537198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313A14-F018-4E00-B3B1-8500A0D11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298" y="5370795"/>
                <a:ext cx="3657858" cy="5371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14">
            <a:extLst>
              <a:ext uri="{FF2B5EF4-FFF2-40B4-BE49-F238E27FC236}">
                <a16:creationId xmlns:a16="http://schemas.microsoft.com/office/drawing/2014/main" id="{85B17C97-21EF-4A40-A3BB-BEA9BA3FA740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Comment?</a:t>
            </a:r>
            <a:endParaRPr lang="fr-FR" sz="3200" b="1" dirty="0">
              <a:solidFill>
                <a:srgbClr val="0065FA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2EED93F-7ACE-4855-9E59-5EB93FA1CD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6811" y="27672"/>
            <a:ext cx="5024439" cy="3327562"/>
          </a:xfrm>
          <a:prstGeom prst="rect">
            <a:avLst/>
          </a:prstGeom>
          <a:ln>
            <a:solidFill>
              <a:srgbClr val="0065FA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C85D20-2537-404F-A5FC-5ABBD7535239}"/>
                  </a:ext>
                </a:extLst>
              </p:cNvPr>
              <p:cNvSpPr/>
              <p:nvPr/>
            </p:nvSpPr>
            <p:spPr>
              <a:xfrm>
                <a:off x="755222" y="3730605"/>
                <a:ext cx="4874052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C85D20-2537-404F-A5FC-5ABBD7535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2" y="3730605"/>
                <a:ext cx="4874052" cy="5383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A5609D8-33A2-44E2-A653-F88426D85CB7}"/>
                  </a:ext>
                </a:extLst>
              </p:cNvPr>
              <p:cNvSpPr/>
              <p:nvPr/>
            </p:nvSpPr>
            <p:spPr>
              <a:xfrm>
                <a:off x="755221" y="5840756"/>
                <a:ext cx="4874053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A5609D8-33A2-44E2-A653-F88426D85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1" y="5840756"/>
                <a:ext cx="4874053" cy="5383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CA58A8DB-E960-4250-AB20-D9434A5C4425}"/>
              </a:ext>
            </a:extLst>
          </p:cNvPr>
          <p:cNvSpPr/>
          <p:nvPr/>
        </p:nvSpPr>
        <p:spPr>
          <a:xfrm>
            <a:off x="138481" y="3782540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E9D83A2-05A3-4E66-9146-8F67CE7DB285}"/>
              </a:ext>
            </a:extLst>
          </p:cNvPr>
          <p:cNvSpPr/>
          <p:nvPr/>
        </p:nvSpPr>
        <p:spPr>
          <a:xfrm>
            <a:off x="138481" y="5921535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AEF698-F2C9-4AB5-87DA-4897E781586F}"/>
                  </a:ext>
                </a:extLst>
              </p:cNvPr>
              <p:cNvSpPr/>
              <p:nvPr/>
            </p:nvSpPr>
            <p:spPr>
              <a:xfrm>
                <a:off x="8088483" y="4670516"/>
                <a:ext cx="3657858" cy="537198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AEF698-F2C9-4AB5-87DA-4897E78158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483" y="4670516"/>
                <a:ext cx="3657858" cy="5371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row: Right 34">
            <a:extLst>
              <a:ext uri="{FF2B5EF4-FFF2-40B4-BE49-F238E27FC236}">
                <a16:creationId xmlns:a16="http://schemas.microsoft.com/office/drawing/2014/main" id="{15A33592-3779-4845-A96B-185E2DB6D50A}"/>
              </a:ext>
            </a:extLst>
          </p:cNvPr>
          <p:cNvSpPr/>
          <p:nvPr/>
        </p:nvSpPr>
        <p:spPr>
          <a:xfrm>
            <a:off x="7386639" y="4659942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E895127-1C2F-41EB-8D27-E55A1C395C12}"/>
                  </a:ext>
                </a:extLst>
              </p:cNvPr>
              <p:cNvSpPr/>
              <p:nvPr/>
            </p:nvSpPr>
            <p:spPr>
              <a:xfrm>
                <a:off x="7970800" y="5991365"/>
                <a:ext cx="3916531" cy="538353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E895127-1C2F-41EB-8D27-E55A1C39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800" y="5991365"/>
                <a:ext cx="3916531" cy="5383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row: Right 36">
            <a:extLst>
              <a:ext uri="{FF2B5EF4-FFF2-40B4-BE49-F238E27FC236}">
                <a16:creationId xmlns:a16="http://schemas.microsoft.com/office/drawing/2014/main" id="{928D16AB-6F9B-4CAC-ABA9-1301621BFEB1}"/>
              </a:ext>
            </a:extLst>
          </p:cNvPr>
          <p:cNvSpPr/>
          <p:nvPr/>
        </p:nvSpPr>
        <p:spPr>
          <a:xfrm>
            <a:off x="7424735" y="6026783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6906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1580910" y="2657475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1) Update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hidden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layer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789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7623573" y="1243699"/>
                <a:ext cx="2877737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2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73" y="1243699"/>
                <a:ext cx="2877737" cy="828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10DCC-A102-4794-9336-4BFA76CCF762}"/>
                  </a:ext>
                </a:extLst>
              </p:cNvPr>
              <p:cNvSpPr txBox="1"/>
              <p:nvPr/>
            </p:nvSpPr>
            <p:spPr>
              <a:xfrm>
                <a:off x="7328298" y="3447801"/>
                <a:ext cx="3444478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24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2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24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10DCC-A102-4794-9336-4BFA76CCF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298" y="3447801"/>
                <a:ext cx="3444478" cy="828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11A38DA-2FDA-498B-BBD4-133F632B81B2}"/>
                  </a:ext>
                </a:extLst>
              </p:cNvPr>
              <p:cNvSpPr/>
              <p:nvPr/>
            </p:nvSpPr>
            <p:spPr>
              <a:xfrm>
                <a:off x="155147" y="1429855"/>
                <a:ext cx="4874052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11A38DA-2FDA-498B-BBD4-133F632B81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47" y="1429855"/>
                <a:ext cx="4874052" cy="5383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A66D61-5659-4711-B170-139663790F47}"/>
                  </a:ext>
                </a:extLst>
              </p:cNvPr>
              <p:cNvSpPr/>
              <p:nvPr/>
            </p:nvSpPr>
            <p:spPr>
              <a:xfrm>
                <a:off x="37859" y="3633956"/>
                <a:ext cx="4874053" cy="53835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h𝑖𝑑𝑑𝑒𝑛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A66D61-5659-4711-B170-139663790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9" y="3633956"/>
                <a:ext cx="4874053" cy="538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5743079-23D3-46D4-BCDA-61B1C426EDF2}"/>
              </a:ext>
            </a:extLst>
          </p:cNvPr>
          <p:cNvSpPr/>
          <p:nvPr/>
        </p:nvSpPr>
        <p:spPr>
          <a:xfrm>
            <a:off x="5724897" y="1466277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6E973-462E-4085-A13A-485D902C1015}"/>
              </a:ext>
            </a:extLst>
          </p:cNvPr>
          <p:cNvSpPr txBox="1"/>
          <p:nvPr/>
        </p:nvSpPr>
        <p:spPr>
          <a:xfrm>
            <a:off x="6577236" y="1562452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F26180-D7ED-4564-93FC-5EEF75295356}"/>
              </a:ext>
            </a:extLst>
          </p:cNvPr>
          <p:cNvSpPr/>
          <p:nvPr/>
        </p:nvSpPr>
        <p:spPr>
          <a:xfrm>
            <a:off x="5724897" y="3706802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D833B-6D96-4CFF-B148-8F0B33CC5D20}"/>
              </a:ext>
            </a:extLst>
          </p:cNvPr>
          <p:cNvSpPr txBox="1"/>
          <p:nvPr/>
        </p:nvSpPr>
        <p:spPr>
          <a:xfrm>
            <a:off x="6577236" y="3802977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</p:spTree>
    <p:extLst>
      <p:ext uri="{BB962C8B-B14F-4D97-AF65-F5344CB8AC3E}">
        <p14:creationId xmlns:p14="http://schemas.microsoft.com/office/powerpoint/2010/main" val="128571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 animBg="1"/>
      <p:bldP spid="2" grpId="0"/>
      <p:bldP spid="9" grpId="0" animBg="1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480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477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5B49E-669B-4C7D-817A-2234931C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0" y="1622391"/>
            <a:ext cx="7503315" cy="937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d_sum1_dw1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5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D25DA1-7463-4F86-A7E8-676CAF6E7A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923" y="120773"/>
            <a:ext cx="3687042" cy="2441837"/>
          </a:xfrm>
          <a:prstGeom prst="rect">
            <a:avLst/>
          </a:prstGeom>
          <a:ln>
            <a:solidFill>
              <a:srgbClr val="0065FA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C1191B-A613-40A4-90A5-7AEAA0D87E8A}"/>
                  </a:ext>
                </a:extLst>
              </p:cNvPr>
              <p:cNvSpPr txBox="1"/>
              <p:nvPr/>
            </p:nvSpPr>
            <p:spPr>
              <a:xfrm>
                <a:off x="9742883" y="1785880"/>
                <a:ext cx="2259808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C1191B-A613-40A4-90A5-7AEAA0D87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883" y="1785880"/>
                <a:ext cx="2259808" cy="438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6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509183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509183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626875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15861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158618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3911676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852200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402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402802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0106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0106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d_sum1_dw2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2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CED287-7AD6-44D7-BB4D-E2D54A62F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27" y="1646068"/>
            <a:ext cx="6743700" cy="7334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377826-EB65-460A-9436-D84470DC9EB0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5A0C89-983B-4BD5-BCC5-0C82A2A1A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012" y="56699"/>
            <a:ext cx="3782615" cy="2505133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23434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52347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52347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64116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17290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17290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392596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866489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41709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417091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d_out2_dsum2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12495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124958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d_sum2_dw3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A31015-B5A8-4DC9-BD64-105C4D97D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10" y="1646560"/>
            <a:ext cx="7171730" cy="7737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1B6D79-3980-4CEE-929D-AF4F2353FD70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D796960-8697-4345-8270-C933ACA02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316476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2597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3966499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1710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17101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d_out2_dsum2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067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06780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d_sum2_dw4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=x2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E01A2B2-9283-4150-A1DF-8F68F14FB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99" y="1642944"/>
            <a:ext cx="6867525" cy="8667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dloss_dw4=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11E1A7D-AB21-4C00-9B6F-4FDF3A032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292885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4E299-0E29-451F-BD06-6E790C7BCFB8}"/>
              </a:ext>
            </a:extLst>
          </p:cNvPr>
          <p:cNvSpPr txBox="1"/>
          <p:nvPr/>
        </p:nvSpPr>
        <p:spPr>
          <a:xfrm>
            <a:off x="175021" y="165735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ABADC-D894-4B3A-A8AF-15A509157007}"/>
              </a:ext>
            </a:extLst>
          </p:cNvPr>
          <p:cNvSpPr txBox="1"/>
          <p:nvPr/>
        </p:nvSpPr>
        <p:spPr>
          <a:xfrm>
            <a:off x="175021" y="2328862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755E6-47B9-45BD-B861-D053A9C92351}"/>
              </a:ext>
            </a:extLst>
          </p:cNvPr>
          <p:cNvSpPr txBox="1"/>
          <p:nvPr/>
        </p:nvSpPr>
        <p:spPr>
          <a:xfrm>
            <a:off x="175021" y="3000374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x1</a:t>
            </a:r>
            <a:endParaRPr lang="fr-M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2C301-0301-4631-890C-BB95F5F1211E}"/>
              </a:ext>
            </a:extLst>
          </p:cNvPr>
          <p:cNvSpPr txBox="1"/>
          <p:nvPr/>
        </p:nvSpPr>
        <p:spPr>
          <a:xfrm>
            <a:off x="175021" y="3671886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dloss_dw4=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x2</a:t>
            </a:r>
            <a:endParaRPr lang="fr-M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2F808-C218-407C-BEE4-15B3825D43C2}"/>
              </a:ext>
            </a:extLst>
          </p:cNvPr>
          <p:cNvSpPr txBox="1"/>
          <p:nvPr/>
        </p:nvSpPr>
        <p:spPr>
          <a:xfrm>
            <a:off x="0" y="5971419"/>
            <a:ext cx="12072937" cy="338554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dloss_dw_h</a:t>
            </a:r>
            <a:r>
              <a:rPr lang="fr-MA" sz="1600" b="1" dirty="0"/>
              <a:t>= </a:t>
            </a:r>
            <a:r>
              <a:rPr lang="fr-MA" sz="1600" b="1" dirty="0">
                <a:solidFill>
                  <a:srgbClr val="00B050"/>
                </a:solidFill>
              </a:rPr>
              <a:t>X.T</a:t>
            </a:r>
            <a:r>
              <a:rPr lang="fr-MA" sz="1600" b="1" dirty="0"/>
              <a:t>.dot(</a:t>
            </a:r>
            <a:r>
              <a:rPr lang="fr-MA" sz="1600" b="1" dirty="0">
                <a:solidFill>
                  <a:srgbClr val="0065FA"/>
                </a:solidFill>
              </a:rPr>
              <a:t>(</a:t>
            </a:r>
            <a:r>
              <a:rPr lang="fr-MA" sz="1600" b="1" dirty="0" err="1">
                <a:solidFill>
                  <a:srgbClr val="0065FA"/>
                </a:solidFill>
              </a:rPr>
              <a:t>predicted_y</a:t>
            </a:r>
            <a:r>
              <a:rPr lang="fr-MA" sz="1600" b="1" dirty="0">
                <a:solidFill>
                  <a:srgbClr val="0065FA"/>
                </a:solidFill>
              </a:rPr>
              <a:t>-y)* </a:t>
            </a:r>
            <a:r>
              <a:rPr lang="fr-MA" sz="1600" b="1" dirty="0" err="1">
                <a:solidFill>
                  <a:srgbClr val="0065FA"/>
                </a:solidFill>
              </a:rPr>
              <a:t>sigmoid_derivative</a:t>
            </a:r>
            <a:r>
              <a:rPr lang="fr-MA" sz="1600" b="1" dirty="0">
                <a:solidFill>
                  <a:srgbClr val="0065FA"/>
                </a:solidFill>
              </a:rPr>
              <a:t>(</a:t>
            </a:r>
            <a:r>
              <a:rPr lang="fr-MA" sz="1600" b="1" dirty="0" err="1">
                <a:solidFill>
                  <a:srgbClr val="0065FA"/>
                </a:solidFill>
              </a:rPr>
              <a:t>predicted_y</a:t>
            </a:r>
            <a:r>
              <a:rPr lang="fr-MA" sz="1600" b="1" dirty="0">
                <a:solidFill>
                  <a:srgbClr val="0065FA"/>
                </a:solidFill>
              </a:rPr>
              <a:t>)</a:t>
            </a:r>
            <a:r>
              <a:rPr lang="fr-MA" sz="1600" b="1" dirty="0"/>
              <a:t>.dot(</a:t>
            </a:r>
            <a:r>
              <a:rPr lang="fr-MA" sz="1600" b="1" dirty="0" err="1">
                <a:solidFill>
                  <a:srgbClr val="FF0000"/>
                </a:solidFill>
              </a:rPr>
              <a:t>output_weights.T</a:t>
            </a:r>
            <a:r>
              <a:rPr lang="fr-MA" sz="1600" b="1" dirty="0"/>
              <a:t>)*</a:t>
            </a:r>
            <a:r>
              <a:rPr lang="fr-MA" sz="1600" b="1" dirty="0" err="1"/>
              <a:t>sigmoid_derivative</a:t>
            </a:r>
            <a:r>
              <a:rPr lang="fr-MA" sz="1600" b="1" dirty="0"/>
              <a:t>(</a:t>
            </a:r>
            <a:r>
              <a:rPr lang="fr-MA" sz="1600" b="1" dirty="0" err="1"/>
              <a:t>hidden_layer_out</a:t>
            </a:r>
            <a:r>
              <a:rPr lang="fr-MA" sz="1600" b="1" dirty="0"/>
              <a:t>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314D9-D9CE-407D-9931-8C2A3B12DD32}"/>
              </a:ext>
            </a:extLst>
          </p:cNvPr>
          <p:cNvSpPr txBox="1"/>
          <p:nvPr/>
        </p:nvSpPr>
        <p:spPr>
          <a:xfrm>
            <a:off x="175021" y="4600486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dloss_dw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output_W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X</a:t>
            </a:r>
            <a:endParaRPr lang="fr-M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48E32-3BDE-4B59-971D-5D7002BADD7E}"/>
                  </a:ext>
                </a:extLst>
              </p:cNvPr>
              <p:cNvSpPr txBox="1"/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48E32-3BDE-4B59-971D-5D7002BAD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4">
            <a:extLst>
              <a:ext uri="{FF2B5EF4-FFF2-40B4-BE49-F238E27FC236}">
                <a16:creationId xmlns:a16="http://schemas.microsoft.com/office/drawing/2014/main" id="{6A83935B-EEC9-481B-9666-C8D3BB5F533F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390F3-F2A1-47D5-8F8C-075202DB986A}"/>
              </a:ext>
            </a:extLst>
          </p:cNvPr>
          <p:cNvSpPr txBox="1"/>
          <p:nvPr/>
        </p:nvSpPr>
        <p:spPr>
          <a:xfrm>
            <a:off x="1779" y="5523757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5CFC4B-66AC-4D0E-8C92-53B8F150C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010" y="-23574"/>
            <a:ext cx="2684765" cy="1778054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09787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2283302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7754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1979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sum3_dout1= w5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d_out1_dsum1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=w1*x1+w2*x2+bias1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d_sum1_bias1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𝒃𝒊𝒂𝒔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F3103A-169D-41DC-8558-236902D0C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20" y="1637517"/>
            <a:ext cx="6800850" cy="695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582CFC-DD67-43E5-96CD-D96B2CE4D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404345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94926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812618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344361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344361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D2B27-CCB4-4E03-97A9-546BD00830AB}"/>
              </a:ext>
            </a:extLst>
          </p:cNvPr>
          <p:cNvSpPr txBox="1"/>
          <p:nvPr/>
        </p:nvSpPr>
        <p:spPr>
          <a:xfrm>
            <a:off x="189310" y="4097419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 =w5*out1+w6*out2+bias3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7561F-3FBF-4547-B70C-258AB0975D4A}"/>
              </a:ext>
            </a:extLst>
          </p:cNvPr>
          <p:cNvSpPr txBox="1"/>
          <p:nvPr/>
        </p:nvSpPr>
        <p:spPr>
          <a:xfrm>
            <a:off x="4073128" y="4037943"/>
            <a:ext cx="33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sum3_dout2= w6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326E-B188-4FC8-BB26-1992516D3297}"/>
              </a:ext>
            </a:extLst>
          </p:cNvPr>
          <p:cNvSpPr txBox="1"/>
          <p:nvPr/>
        </p:nvSpPr>
        <p:spPr>
          <a:xfrm>
            <a:off x="214908" y="4588545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B81C-7689-469C-B657-587DC185B47C}"/>
              </a:ext>
            </a:extLst>
          </p:cNvPr>
          <p:cNvSpPr txBox="1"/>
          <p:nvPr/>
        </p:nvSpPr>
        <p:spPr>
          <a:xfrm>
            <a:off x="4353818" y="4588545"/>
            <a:ext cx="509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d_out1_dsum2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18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214908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=w3*x1+w4*x2+bias2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60654" y="5210692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d_sum2_bias2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𝒃𝒊𝒂𝒔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𝒉𝒊𝒅𝒅𝒆𝒏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4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6220B7-3535-49DB-84B9-459CD8A9CEC9}"/>
              </a:ext>
            </a:extLst>
          </p:cNvPr>
          <p:cNvSpPr txBox="1"/>
          <p:nvPr/>
        </p:nvSpPr>
        <p:spPr>
          <a:xfrm>
            <a:off x="189309" y="59721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EE2E4-711D-4FD8-9383-AF858C478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08" y="1502118"/>
            <a:ext cx="6877050" cy="7429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02930B-1616-49CD-B809-09E1870A5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89462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5C1EA9-5D56-4C77-955F-F7CE2DDFCDDB}"/>
              </a:ext>
            </a:extLst>
          </p:cNvPr>
          <p:cNvSpPr txBox="1"/>
          <p:nvPr/>
        </p:nvSpPr>
        <p:spPr>
          <a:xfrm>
            <a:off x="175021" y="174307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dloss_bias1=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w5*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(out1)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99B1C-B682-4208-98B6-AC2D5F50F285}"/>
              </a:ext>
            </a:extLst>
          </p:cNvPr>
          <p:cNvSpPr txBox="1"/>
          <p:nvPr/>
        </p:nvSpPr>
        <p:spPr>
          <a:xfrm>
            <a:off x="175021" y="2300257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dloss_bias2=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w6*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(out2)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C3B37-3D43-4EC2-BBA3-A8963DD1B9BD}"/>
                  </a:ext>
                </a:extLst>
              </p:cNvPr>
              <p:cNvSpPr txBox="1"/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𝒉𝒊𝒅𝒅𝒆𝒏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C3B37-3D43-4EC2-BBA3-A8963DD1B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038" y="254472"/>
                <a:ext cx="3658791" cy="1196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14">
            <a:extLst>
              <a:ext uri="{FF2B5EF4-FFF2-40B4-BE49-F238E27FC236}">
                <a16:creationId xmlns:a16="http://schemas.microsoft.com/office/drawing/2014/main" id="{AEE33F90-92A9-4612-8E14-E5A27A6EC4AB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</a:t>
            </a:r>
            <a:r>
              <a:rPr lang="fr-MA" sz="3200" b="1" dirty="0" err="1">
                <a:solidFill>
                  <a:srgbClr val="0065FA"/>
                </a:solidFill>
              </a:rPr>
              <a:t>hidden</a:t>
            </a:r>
            <a:r>
              <a:rPr lang="fr-MA" sz="3200" b="1" dirty="0">
                <a:solidFill>
                  <a:srgbClr val="0065FA"/>
                </a:solidFill>
              </a:rPr>
              <a:t>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3F4BF-D48F-47F5-A212-B1FC1CE30EAD}"/>
              </a:ext>
            </a:extLst>
          </p:cNvPr>
          <p:cNvSpPr txBox="1"/>
          <p:nvPr/>
        </p:nvSpPr>
        <p:spPr>
          <a:xfrm>
            <a:off x="0" y="3129977"/>
            <a:ext cx="12058650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dloss_bias_h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)*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output_W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* 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r>
              <a:rPr lang="en-US" sz="2000" b="1" dirty="0">
                <a:solidFill>
                  <a:srgbClr val="FF33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33B32-27CF-4DB0-BC8C-12DE0F8F5313}"/>
              </a:ext>
            </a:extLst>
          </p:cNvPr>
          <p:cNvSpPr txBox="1"/>
          <p:nvPr/>
        </p:nvSpPr>
        <p:spPr>
          <a:xfrm>
            <a:off x="9285" y="5103765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A74BF-8C1C-4FE1-BFE3-BC2579C9607B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62421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1580910" y="2657475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2) Update output layer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MA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148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1584722" y="954565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722" y="954565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r>
              <a:rPr lang="fr-MA" sz="3200" b="1" dirty="0">
                <a:solidFill>
                  <a:srgbClr val="0065FA"/>
                </a:solidFill>
              </a:rPr>
              <a:t> and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093CC-15A4-42BE-A2A4-4FCE89B6AB01}"/>
                  </a:ext>
                </a:extLst>
              </p:cNvPr>
              <p:cNvSpPr txBox="1"/>
              <p:nvPr/>
            </p:nvSpPr>
            <p:spPr>
              <a:xfrm>
                <a:off x="1541858" y="3384796"/>
                <a:ext cx="2372916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093CC-15A4-42BE-A2A4-4FCE89B6A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858" y="3384796"/>
                <a:ext cx="2372916" cy="1196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0AB3C1-D62C-4E3E-BE2E-E93C4452F5F5}"/>
                  </a:ext>
                </a:extLst>
              </p:cNvPr>
              <p:cNvSpPr/>
              <p:nvPr/>
            </p:nvSpPr>
            <p:spPr>
              <a:xfrm>
                <a:off x="7045502" y="1563065"/>
                <a:ext cx="3657858" cy="537198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0AB3C1-D62C-4E3E-BE2E-E93C4452F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502" y="1563065"/>
                <a:ext cx="3657858" cy="537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85D6FC-9C1D-497B-B605-F77454D5AD12}"/>
                  </a:ext>
                </a:extLst>
              </p:cNvPr>
              <p:cNvSpPr/>
              <p:nvPr/>
            </p:nvSpPr>
            <p:spPr>
              <a:xfrm>
                <a:off x="6927819" y="3612583"/>
                <a:ext cx="3916531" cy="538353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>
                          <m:r>
                            <a:rPr lang="fr-MA" sz="1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85D6FC-9C1D-497B-B605-F77454D5A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819" y="3612583"/>
                <a:ext cx="3916531" cy="538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8C8A1470-72CF-462C-8B23-89AC30F2A3C6}"/>
              </a:ext>
            </a:extLst>
          </p:cNvPr>
          <p:cNvSpPr/>
          <p:nvPr/>
        </p:nvSpPr>
        <p:spPr>
          <a:xfrm>
            <a:off x="5037956" y="1530133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F6B61-68B4-458A-A968-2C56D85372C3}"/>
              </a:ext>
            </a:extLst>
          </p:cNvPr>
          <p:cNvSpPr txBox="1"/>
          <p:nvPr/>
        </p:nvSpPr>
        <p:spPr>
          <a:xfrm>
            <a:off x="5890295" y="1497719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F701B9B-38C3-4C23-A475-1AA81D895465}"/>
              </a:ext>
            </a:extLst>
          </p:cNvPr>
          <p:cNvSpPr/>
          <p:nvPr/>
        </p:nvSpPr>
        <p:spPr>
          <a:xfrm>
            <a:off x="5037956" y="3642069"/>
            <a:ext cx="527009" cy="46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F68042-2F7B-46A3-9B8D-2177FC65D4A7}"/>
              </a:ext>
            </a:extLst>
          </p:cNvPr>
          <p:cNvSpPr txBox="1"/>
          <p:nvPr/>
        </p:nvSpPr>
        <p:spPr>
          <a:xfrm>
            <a:off x="5890295" y="3738244"/>
            <a:ext cx="207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Calculer</a:t>
            </a:r>
          </a:p>
        </p:txBody>
      </p:sp>
    </p:spTree>
    <p:extLst>
      <p:ext uri="{BB962C8B-B14F-4D97-AF65-F5344CB8AC3E}">
        <p14:creationId xmlns:p14="http://schemas.microsoft.com/office/powerpoint/2010/main" val="353875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/>
      <p:bldP spid="12" grpId="0" animBg="1"/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1268890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1268890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weights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5041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d_sum3_dw5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=out1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blipFill>
                <a:blip r:embed="rId4"/>
                <a:stretch>
                  <a:fillRect l="-909" b="-786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66785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dloss_dw5=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out1</a:t>
            </a:r>
            <a:endParaRPr lang="fr-MA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113E4D-5698-4414-90C3-01E36C289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09" y="1439445"/>
            <a:ext cx="4495800" cy="666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AFFDBA-4629-48FC-8F29-F18CD8675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8063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6" grpId="0"/>
      <p:bldP spid="17" grpId="0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d_sum3_dw6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=out2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𝑾𝒐𝒖𝒕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42071"/>
              </a:xfrm>
              <a:prstGeom prst="rect">
                <a:avLst/>
              </a:prstGeom>
              <a:blipFill>
                <a:blip r:embed="rId4"/>
                <a:stretch>
                  <a:fillRect l="-909" b="-786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587513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dloss_dw6=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out2</a:t>
            </a:r>
            <a:endParaRPr lang="fr-MA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BBAB2-55CC-4B50-BA15-D9ACF4416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09" y="1386432"/>
            <a:ext cx="4543425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335530-DDD0-4A27-8584-66DDE40C9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355596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/>
              <p:nvPr/>
            </p:nvSpPr>
            <p:spPr>
              <a:xfrm>
                <a:off x="2870597" y="240250"/>
                <a:ext cx="1739503" cy="114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𝑾𝒐𝒖𝒕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597" y="240250"/>
                <a:ext cx="1739503" cy="1145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45F9EE-555B-48D6-8E6A-55102B2EC462}"/>
              </a:ext>
            </a:extLst>
          </p:cNvPr>
          <p:cNvSpPr txBox="1"/>
          <p:nvPr/>
        </p:nvSpPr>
        <p:spPr>
          <a:xfrm>
            <a:off x="187521" y="2096100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dloss_dw5=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out1</a:t>
            </a:r>
            <a:endParaRPr lang="fr-M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A69A1-89DD-4499-9412-C283E7D4634D}"/>
              </a:ext>
            </a:extLst>
          </p:cNvPr>
          <p:cNvSpPr txBox="1"/>
          <p:nvPr/>
        </p:nvSpPr>
        <p:spPr>
          <a:xfrm>
            <a:off x="187520" y="2806252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dloss_dw6=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out2</a:t>
            </a:r>
            <a:endParaRPr lang="fr-M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3835A-2EEF-43A3-A6BE-74C4455C7B6A}"/>
              </a:ext>
            </a:extLst>
          </p:cNvPr>
          <p:cNvSpPr txBox="1"/>
          <p:nvPr/>
        </p:nvSpPr>
        <p:spPr>
          <a:xfrm>
            <a:off x="187520" y="3529012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dloss_dw_out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en-US" sz="20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h_out</a:t>
            </a:r>
            <a:endParaRPr lang="fr-M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023FF-072D-4153-AD55-03CDC3B50981}"/>
              </a:ext>
            </a:extLst>
          </p:cNvPr>
          <p:cNvSpPr txBox="1"/>
          <p:nvPr/>
        </p:nvSpPr>
        <p:spPr>
          <a:xfrm>
            <a:off x="187519" y="5077510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dloss_dw_out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hidden_layer_out</a:t>
            </a:r>
            <a:r>
              <a:rPr lang="fr-MA" b="1" dirty="0"/>
              <a:t>.T</a:t>
            </a:r>
            <a:r>
              <a:rPr lang="fr-MA" dirty="0"/>
              <a:t>.dot(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17D50-450F-4B62-B98A-BFD798D0EFAA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363789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/>
              <p:nvPr/>
            </p:nvSpPr>
            <p:spPr>
              <a:xfrm>
                <a:off x="4356497" y="1268890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AE2A11-B6BF-45E6-8E29-7EEBA042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97" y="1268890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29123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14">
            <a:extLst>
              <a:ext uri="{FF2B5EF4-FFF2-40B4-BE49-F238E27FC236}">
                <a16:creationId xmlns:a16="http://schemas.microsoft.com/office/drawing/2014/main" id="{2AF422E4-24EC-46DE-94AF-686C22554815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0065FA"/>
                </a:solidFill>
              </a:rPr>
              <a:t>Update output layer </a:t>
            </a:r>
            <a:r>
              <a:rPr lang="fr-MA" sz="3200" b="1" dirty="0" err="1">
                <a:solidFill>
                  <a:srgbClr val="0065FA"/>
                </a:solidFill>
              </a:rPr>
              <a:t>bias</a:t>
            </a:r>
            <a:endParaRPr lang="fr-FR" sz="3200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1529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/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solidFill>
                            <a:srgbClr val="0065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1800" b="1" i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MA" sz="1800" b="1" i="1" smtClean="0">
                                  <a:solidFill>
                                    <a:srgbClr val="0065FA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solidFill>
                                <a:srgbClr val="0065F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rgbClr val="0065F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09CC7-1CF4-4865-9CA3-521220EB5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0" y="2623482"/>
                <a:ext cx="339685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CFF8D8-1EC8-4683-8BA6-A37ECF8858BC}"/>
              </a:ext>
            </a:extLst>
          </p:cNvPr>
          <p:cNvSpPr txBox="1"/>
          <p:nvPr/>
        </p:nvSpPr>
        <p:spPr>
          <a:xfrm>
            <a:off x="4204692" y="2741174"/>
            <a:ext cx="378261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dloss_depredicted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</a:t>
            </a:r>
            <a:endParaRPr lang="fr-MA" sz="1800" dirty="0">
              <a:solidFill>
                <a:srgbClr val="0065F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FD2BF-EA24-48B9-B42B-D6F971B2E9DE}"/>
              </a:ext>
            </a:extLst>
          </p:cNvPr>
          <p:cNvSpPr txBox="1"/>
          <p:nvPr/>
        </p:nvSpPr>
        <p:spPr>
          <a:xfrm>
            <a:off x="189310" y="327291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=sigmoid(sum3)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7B5BD-4AEC-4D43-8E3D-E85A411FC3D9}"/>
              </a:ext>
            </a:extLst>
          </p:cNvPr>
          <p:cNvSpPr txBox="1"/>
          <p:nvPr/>
        </p:nvSpPr>
        <p:spPr>
          <a:xfrm>
            <a:off x="4047530" y="3272917"/>
            <a:ext cx="563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dpredecited_dsum3= 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18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dirty="0">
              <a:solidFill>
                <a:srgbClr val="0065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F1304-BB71-4DE3-B4B3-C88153504245}"/>
              </a:ext>
            </a:extLst>
          </p:cNvPr>
          <p:cNvSpPr txBox="1"/>
          <p:nvPr/>
        </p:nvSpPr>
        <p:spPr>
          <a:xfrm>
            <a:off x="158946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=w5*out1+w6*out2+bias3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379B-BC4B-4A2F-8A32-7C554E79A8AC}"/>
              </a:ext>
            </a:extLst>
          </p:cNvPr>
          <p:cNvSpPr txBox="1"/>
          <p:nvPr/>
        </p:nvSpPr>
        <p:spPr>
          <a:xfrm>
            <a:off x="4204692" y="3939737"/>
            <a:ext cx="385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d_sum3_dbias3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B327E498-8562-43DF-BE3B-30E1CAE24D31}"/>
              </a:ext>
            </a:extLst>
          </p:cNvPr>
          <p:cNvSpPr txBox="1"/>
          <p:nvPr/>
        </p:nvSpPr>
        <p:spPr>
          <a:xfrm>
            <a:off x="9285" y="-42862"/>
            <a:ext cx="7377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MultiLayer</a:t>
            </a:r>
            <a:r>
              <a:rPr lang="fr-MA" sz="3200" b="1" dirty="0">
                <a:solidFill>
                  <a:srgbClr val="0065FA"/>
                </a:solidFill>
              </a:rPr>
              <a:t> NN</a:t>
            </a:r>
            <a:endParaRPr lang="fr-FR" sz="3200" b="1" dirty="0">
              <a:solidFill>
                <a:srgbClr val="0065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/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Utilisation de chaine </a:t>
                </a:r>
                <a:r>
                  <a:rPr lang="fr-MA" sz="20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rule</a:t>
                </a:r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pour trouver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MA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2000" b="1" i="1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MA" sz="2000" b="1" i="0"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𝑩𝒊𝒂𝒔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den>
                    </m:f>
                  </m:oMath>
                </a14:m>
                <a:r>
                  <a:rPr lang="fr-MA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endParaRPr lang="fr-F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ZoneTexte 14">
                <a:extLst>
                  <a:ext uri="{FF2B5EF4-FFF2-40B4-BE49-F238E27FC236}">
                    <a16:creationId xmlns:a16="http://schemas.microsoft.com/office/drawing/2014/main" id="{EA6183F2-8AC6-4752-A8D7-3E99AC0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" y="660659"/>
                <a:ext cx="7377354" cy="562590"/>
              </a:xfrm>
              <a:prstGeom prst="rect">
                <a:avLst/>
              </a:prstGeom>
              <a:blipFill>
                <a:blip r:embed="rId3"/>
                <a:stretch>
                  <a:fillRect l="-909" b="-322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C16087-4CA9-420B-B901-23AB1D582E95}"/>
              </a:ext>
            </a:extLst>
          </p:cNvPr>
          <p:cNvSpPr txBox="1"/>
          <p:nvPr/>
        </p:nvSpPr>
        <p:spPr>
          <a:xfrm>
            <a:off x="158946" y="4587513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D86784-2C49-44FD-85F3-EC0497CA2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" y="1361008"/>
            <a:ext cx="5748576" cy="733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E50E1-4687-44AB-B4DA-13CF7094F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160" y="114847"/>
            <a:ext cx="3946232" cy="2613492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385143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6" grpId="0"/>
      <p:bldP spid="17" grpId="0"/>
      <p:bldP spid="2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/>
              <p:nvPr/>
            </p:nvSpPr>
            <p:spPr>
              <a:xfrm>
                <a:off x="2870597" y="240250"/>
                <a:ext cx="1739503" cy="1196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MA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36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MA" sz="36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MA" sz="36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den>
                      </m:f>
                    </m:oMath>
                  </m:oMathPara>
                </a14:m>
                <a:endParaRPr lang="fr-MA" sz="3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F4DEFB-7412-4398-8D30-A09BD3DB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597" y="240250"/>
                <a:ext cx="1739503" cy="1196418"/>
              </a:xfrm>
              <a:prstGeom prst="rect">
                <a:avLst/>
              </a:prstGeom>
              <a:blipFill>
                <a:blip r:embed="rId2"/>
                <a:stretch>
                  <a:fillRect r="-29123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2E3835A-2EEF-43A3-A6BE-74C4455C7B6A}"/>
              </a:ext>
            </a:extLst>
          </p:cNvPr>
          <p:cNvSpPr txBox="1"/>
          <p:nvPr/>
        </p:nvSpPr>
        <p:spPr>
          <a:xfrm>
            <a:off x="187520" y="3529012"/>
            <a:ext cx="11197829" cy="400110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 err="1"/>
              <a:t>dloss_dbias_out</a:t>
            </a:r>
            <a:r>
              <a:rPr lang="fr-MA" sz="2000" dirty="0"/>
              <a:t>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fr-M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023FF-072D-4153-AD55-03CDC3B50981}"/>
              </a:ext>
            </a:extLst>
          </p:cNvPr>
          <p:cNvSpPr txBox="1"/>
          <p:nvPr/>
        </p:nvSpPr>
        <p:spPr>
          <a:xfrm>
            <a:off x="187519" y="5163246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 err="1"/>
              <a:t>dloss_dbias_out</a:t>
            </a:r>
            <a:r>
              <a:rPr lang="fr-MA" sz="1800" dirty="0"/>
              <a:t> 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 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CC425-CAC8-4C8E-AB0C-7DE05DB63A71}"/>
              </a:ext>
            </a:extLst>
          </p:cNvPr>
          <p:cNvSpPr txBox="1"/>
          <p:nvPr/>
        </p:nvSpPr>
        <p:spPr>
          <a:xfrm>
            <a:off x="187519" y="2282785"/>
            <a:ext cx="1119782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dirty="0"/>
              <a:t>dloss_bias3=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-y)* 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sigmoid_derivative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predicted_y</a:t>
            </a:r>
            <a:r>
              <a:rPr lang="en-US" sz="2000" b="1" dirty="0">
                <a:solidFill>
                  <a:srgbClr val="0065F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1</a:t>
            </a:r>
            <a:endParaRPr lang="fr-MA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0F769-131F-4188-9B73-6C90E07CBEDF}"/>
              </a:ext>
            </a:extLst>
          </p:cNvPr>
          <p:cNvSpPr txBox="1"/>
          <p:nvPr/>
        </p:nvSpPr>
        <p:spPr>
          <a:xfrm>
            <a:off x="187519" y="4595061"/>
            <a:ext cx="407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Code python</a:t>
            </a:r>
          </a:p>
        </p:txBody>
      </p:sp>
    </p:spTree>
    <p:extLst>
      <p:ext uri="{BB962C8B-B14F-4D97-AF65-F5344CB8AC3E}">
        <p14:creationId xmlns:p14="http://schemas.microsoft.com/office/powerpoint/2010/main" val="13602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1" y="329774"/>
            <a:ext cx="4667250" cy="3539430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#inputs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X = </a:t>
            </a:r>
            <a:r>
              <a:rPr lang="fr-MA" sz="1600" dirty="0" err="1"/>
              <a:t>np.array</a:t>
            </a:r>
            <a:r>
              <a:rPr lang="fr-MA" sz="1600" dirty="0"/>
              <a:t>([[0.1,0.2]])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y = </a:t>
            </a:r>
            <a:r>
              <a:rPr lang="fr-MA" sz="1600" dirty="0" err="1"/>
              <a:t>np.array</a:t>
            </a:r>
            <a:r>
              <a:rPr lang="fr-MA" sz="1600" dirty="0"/>
              <a:t>([[0.03]])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learning_rate</a:t>
            </a:r>
            <a:r>
              <a:rPr lang="fr-MA" sz="1600" dirty="0"/>
              <a:t>= 0.1</a:t>
            </a:r>
          </a:p>
          <a:p>
            <a:pPr>
              <a:spcAft>
                <a:spcPts val="12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#weights and </a:t>
            </a:r>
            <a:r>
              <a:rPr lang="fr-MA" sz="1600" b="1" dirty="0" err="1">
                <a:solidFill>
                  <a:srgbClr val="00B050"/>
                </a:solidFill>
              </a:rPr>
              <a:t>bias</a:t>
            </a:r>
            <a:r>
              <a:rPr lang="fr-MA" sz="1600" b="1" dirty="0">
                <a:solidFill>
                  <a:srgbClr val="00B050"/>
                </a:solidFill>
              </a:rPr>
              <a:t> </a:t>
            </a:r>
            <a:r>
              <a:rPr lang="fr-MA" sz="1600" b="1" dirty="0" err="1">
                <a:solidFill>
                  <a:srgbClr val="00B050"/>
                </a:solidFill>
              </a:rPr>
              <a:t>initialization</a:t>
            </a:r>
            <a:endParaRPr lang="fr-MA" sz="1600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sz="1600" dirty="0" err="1"/>
              <a:t>hidden_weights</a:t>
            </a:r>
            <a:r>
              <a:rPr lang="fr-MA" sz="1600" dirty="0"/>
              <a:t> = [[0.5,0.6],[-0.7,0.8]]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hidden_bias</a:t>
            </a:r>
            <a:r>
              <a:rPr lang="fr-MA" sz="1600" dirty="0"/>
              <a:t> =[0.4,0.9]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output_weights</a:t>
            </a:r>
            <a:r>
              <a:rPr lang="fr-MA" sz="1600" dirty="0"/>
              <a:t> = </a:t>
            </a:r>
            <a:r>
              <a:rPr lang="fr-MA" sz="1600" dirty="0" err="1"/>
              <a:t>np.array</a:t>
            </a:r>
            <a:r>
              <a:rPr lang="fr-MA" sz="1600" dirty="0"/>
              <a:t>([[0.35],[-0.45]])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output_bias</a:t>
            </a:r>
            <a:r>
              <a:rPr lang="fr-MA" sz="1600" dirty="0"/>
              <a:t> = </a:t>
            </a:r>
            <a:r>
              <a:rPr lang="fr-MA" sz="1600" dirty="0" err="1"/>
              <a:t>np.array</a:t>
            </a:r>
            <a:r>
              <a:rPr lang="fr-MA" sz="1600" dirty="0"/>
              <a:t>([[0.25]])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89006-235F-4D78-BED3-8EF98622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496" y="186284"/>
            <a:ext cx="6428091" cy="4257166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12767509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29774"/>
            <a:ext cx="8010525" cy="2523768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#Learning process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#Forward </a:t>
            </a:r>
            <a:r>
              <a:rPr lang="fr-MA" b="1" dirty="0" err="1">
                <a:solidFill>
                  <a:srgbClr val="00B050"/>
                </a:solidFill>
              </a:rPr>
              <a:t>Pass</a:t>
            </a:r>
            <a:endParaRPr lang="fr-MA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dirty="0" err="1"/>
              <a:t>hidden_layer_sum</a:t>
            </a:r>
            <a:r>
              <a:rPr lang="fr-MA" dirty="0"/>
              <a:t> = np.dot(</a:t>
            </a:r>
            <a:r>
              <a:rPr lang="fr-MA" dirty="0" err="1"/>
              <a:t>X,hidden_weights</a:t>
            </a:r>
            <a:r>
              <a:rPr lang="fr-MA" dirty="0"/>
              <a:t>) + </a:t>
            </a:r>
            <a:r>
              <a:rPr lang="fr-MA" dirty="0" err="1"/>
              <a:t>hidden_bias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hidden_layer_out</a:t>
            </a:r>
            <a:r>
              <a:rPr lang="fr-MA" dirty="0"/>
              <a:t> = 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hidden_layer_sum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output_layer_sum</a:t>
            </a:r>
            <a:r>
              <a:rPr lang="fr-MA" dirty="0"/>
              <a:t> = np.dot(</a:t>
            </a:r>
            <a:r>
              <a:rPr lang="fr-MA" dirty="0" err="1"/>
              <a:t>hidden_layer_out,output_weights</a:t>
            </a:r>
            <a:r>
              <a:rPr lang="fr-MA" dirty="0"/>
              <a:t>) + </a:t>
            </a:r>
            <a:r>
              <a:rPr lang="fr-MA" dirty="0" err="1"/>
              <a:t>output_bias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predicted_y</a:t>
            </a:r>
            <a:r>
              <a:rPr lang="fr-MA" dirty="0"/>
              <a:t> = 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output_layer_sum</a:t>
            </a:r>
            <a:r>
              <a:rPr lang="fr-MA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1B64B-56A6-43A3-87BF-E074F2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09" y="2415134"/>
            <a:ext cx="6428091" cy="4257166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4358666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12001500" cy="3139321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#Learning process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#Backward </a:t>
            </a:r>
            <a:r>
              <a:rPr lang="fr-MA" sz="1600" dirty="0" err="1">
                <a:solidFill>
                  <a:srgbClr val="00B050"/>
                </a:solidFill>
              </a:rPr>
              <a:t>pass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#hidden layer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dloss_dw_h</a:t>
            </a:r>
            <a:r>
              <a:rPr lang="fr-MA" sz="1600" dirty="0"/>
              <a:t>= X.T.dot((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).dot(</a:t>
            </a:r>
            <a:r>
              <a:rPr lang="fr-MA" sz="1600" dirty="0" err="1"/>
              <a:t>output_weights.T</a:t>
            </a:r>
            <a:r>
              <a:rPr lang="fr-MA" sz="1600" dirty="0"/>
              <a:t>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hidden_layer_out</a:t>
            </a:r>
            <a:r>
              <a:rPr lang="fr-MA" sz="1600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dloss_dbias_h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).dot(</a:t>
            </a:r>
            <a:r>
              <a:rPr lang="fr-MA" sz="1600" dirty="0" err="1"/>
              <a:t>output_weights.T</a:t>
            </a:r>
            <a:r>
              <a:rPr lang="fr-MA" sz="1600" dirty="0"/>
              <a:t>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hidden_layer_out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#output layer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dloss_dw_out</a:t>
            </a:r>
            <a:r>
              <a:rPr lang="fr-MA" sz="1600" dirty="0"/>
              <a:t>=hidden_layer_out.T.dot((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dloss_dbias_out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54D8D-1764-49E5-A405-6BB4FE424FBE}"/>
              </a:ext>
            </a:extLst>
          </p:cNvPr>
          <p:cNvSpPr txBox="1"/>
          <p:nvPr/>
        </p:nvSpPr>
        <p:spPr>
          <a:xfrm>
            <a:off x="0" y="4003627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F0078-BE8B-4D54-8A32-C945E319960B}"/>
              </a:ext>
            </a:extLst>
          </p:cNvPr>
          <p:cNvSpPr txBox="1"/>
          <p:nvPr/>
        </p:nvSpPr>
        <p:spPr>
          <a:xfrm>
            <a:off x="0" y="4481009"/>
            <a:ext cx="1218271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dloss_dbias_h</a:t>
            </a:r>
            <a:r>
              <a:rPr lang="fr-MA" dirty="0"/>
              <a:t>=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-y)* </a:t>
            </a:r>
            <a:r>
              <a:rPr lang="fr-MA" b="1" dirty="0" err="1">
                <a:solidFill>
                  <a:srgbClr val="0066FF"/>
                </a:solidFill>
              </a:rPr>
              <a:t>sigmoid_derivative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predicted_y</a:t>
            </a:r>
            <a:r>
              <a:rPr lang="fr-MA" b="1" dirty="0">
                <a:solidFill>
                  <a:srgbClr val="0066FF"/>
                </a:solidFill>
              </a:rPr>
              <a:t>)</a:t>
            </a:r>
            <a:r>
              <a:rPr lang="fr-MA" dirty="0"/>
              <a:t>.dot(</a:t>
            </a:r>
            <a:r>
              <a:rPr lang="fr-MA" b="1" dirty="0" err="1">
                <a:solidFill>
                  <a:srgbClr val="FF3300"/>
                </a:solidFill>
              </a:rPr>
              <a:t>output_weights</a:t>
            </a:r>
            <a:r>
              <a:rPr lang="fr-MA" dirty="0" err="1"/>
              <a:t>.T</a:t>
            </a:r>
            <a:r>
              <a:rPr lang="fr-MA" dirty="0"/>
              <a:t>)*</a:t>
            </a:r>
            <a:r>
              <a:rPr lang="fr-MA" b="1" dirty="0" err="1">
                <a:solidFill>
                  <a:srgbClr val="FF3300"/>
                </a:solidFill>
              </a:rPr>
              <a:t>sigmoid_derivative</a:t>
            </a:r>
            <a:r>
              <a:rPr lang="fr-MA" b="1" dirty="0">
                <a:solidFill>
                  <a:srgbClr val="FF3300"/>
                </a:solidFill>
              </a:rPr>
              <a:t>(</a:t>
            </a:r>
            <a:r>
              <a:rPr lang="fr-MA" b="1" dirty="0" err="1">
                <a:solidFill>
                  <a:srgbClr val="FF3300"/>
                </a:solidFill>
              </a:rPr>
              <a:t>hidden_layer_out</a:t>
            </a:r>
            <a:r>
              <a:rPr lang="fr-MA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F3E7B-A155-4608-8AE5-5419AB1F7680}"/>
              </a:ext>
            </a:extLst>
          </p:cNvPr>
          <p:cNvSpPr txBox="1"/>
          <p:nvPr/>
        </p:nvSpPr>
        <p:spPr>
          <a:xfrm>
            <a:off x="73215" y="5077510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dloss_dw_out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hidden_layer_out</a:t>
            </a:r>
            <a:r>
              <a:rPr lang="fr-MA" b="1" dirty="0"/>
              <a:t>.T</a:t>
            </a:r>
            <a:r>
              <a:rPr lang="fr-MA" dirty="0"/>
              <a:t>.dot(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C22CC-E873-4975-8A6F-2E33D6EA4DAF}"/>
              </a:ext>
            </a:extLst>
          </p:cNvPr>
          <p:cNvSpPr txBox="1"/>
          <p:nvPr/>
        </p:nvSpPr>
        <p:spPr>
          <a:xfrm>
            <a:off x="73215" y="5691603"/>
            <a:ext cx="1119782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 err="1"/>
              <a:t>dloss_dbias_out</a:t>
            </a:r>
            <a:r>
              <a:rPr lang="fr-MA" sz="1800" dirty="0"/>
              <a:t> </a:t>
            </a:r>
            <a:r>
              <a:rPr lang="fr-MA" dirty="0"/>
              <a:t>=</a:t>
            </a:r>
            <a:r>
              <a:rPr lang="fr-MA" b="1" dirty="0">
                <a:solidFill>
                  <a:srgbClr val="00B050"/>
                </a:solidFill>
              </a:rPr>
              <a:t> 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-y)*</a:t>
            </a:r>
            <a:r>
              <a:rPr lang="fr-MA" b="1" dirty="0" err="1">
                <a:solidFill>
                  <a:srgbClr val="0065FA"/>
                </a:solidFill>
              </a:rPr>
              <a:t>sigmoid_derivative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predicted_y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65985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7596188" cy="2523768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>
                <a:solidFill>
                  <a:srgbClr val="00B050"/>
                </a:solidFill>
              </a:rPr>
              <a:t>#update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hidden_weights</a:t>
            </a:r>
            <a:r>
              <a:rPr lang="fr-MA" dirty="0"/>
              <a:t>-=</a:t>
            </a:r>
            <a:r>
              <a:rPr lang="fr-MA" dirty="0" err="1"/>
              <a:t>dloss_dw_h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hidden_bias</a:t>
            </a:r>
            <a:r>
              <a:rPr lang="fr-MA" dirty="0"/>
              <a:t>-=</a:t>
            </a:r>
            <a:r>
              <a:rPr lang="fr-MA" dirty="0" err="1"/>
              <a:t>dloss_dbias_h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hidden_bias</a:t>
            </a:r>
            <a:r>
              <a:rPr lang="fr-MA" dirty="0"/>
              <a:t>=</a:t>
            </a:r>
            <a:r>
              <a:rPr lang="fr-MA" dirty="0" err="1"/>
              <a:t>np.sum</a:t>
            </a:r>
            <a:r>
              <a:rPr lang="fr-MA" dirty="0"/>
              <a:t>(</a:t>
            </a:r>
            <a:r>
              <a:rPr lang="fr-MA" dirty="0" err="1"/>
              <a:t>hidden_bias,axis</a:t>
            </a:r>
            <a:r>
              <a:rPr lang="fr-MA" dirty="0"/>
              <a:t>=0,keepdims=</a:t>
            </a:r>
            <a:r>
              <a:rPr lang="fr-MA" dirty="0" err="1"/>
              <a:t>True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output_weights</a:t>
            </a:r>
            <a:r>
              <a:rPr lang="fr-MA" dirty="0"/>
              <a:t>-=</a:t>
            </a:r>
            <a:r>
              <a:rPr lang="fr-MA" dirty="0" err="1"/>
              <a:t>dloss_dw_out</a:t>
            </a:r>
            <a:r>
              <a:rPr lang="fr-MA" dirty="0"/>
              <a:t>*</a:t>
            </a:r>
            <a:r>
              <a:rPr lang="fr-MA" dirty="0" err="1"/>
              <a:t>learning_rate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output_bias</a:t>
            </a:r>
            <a:r>
              <a:rPr lang="fr-MA" dirty="0"/>
              <a:t>-=</a:t>
            </a:r>
            <a:r>
              <a:rPr lang="fr-MA" dirty="0" err="1"/>
              <a:t>np.sum</a:t>
            </a:r>
            <a:r>
              <a:rPr lang="fr-MA" dirty="0"/>
              <a:t>(</a:t>
            </a:r>
            <a:r>
              <a:rPr lang="fr-MA" dirty="0" err="1"/>
              <a:t>dloss_dbias_out,axis</a:t>
            </a:r>
            <a:r>
              <a:rPr lang="fr-MA" dirty="0"/>
              <a:t>=0,keepdims=</a:t>
            </a:r>
            <a:r>
              <a:rPr lang="fr-MA" dirty="0" err="1"/>
              <a:t>True</a:t>
            </a:r>
            <a:r>
              <a:rPr lang="fr-MA" dirty="0"/>
              <a:t>)*</a:t>
            </a:r>
            <a:r>
              <a:rPr lang="fr-MA" dirty="0" err="1"/>
              <a:t>learning_rate</a:t>
            </a:r>
            <a:endParaRPr lang="fr-M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8B729-E857-4BF2-9ED6-53568F1DC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72" y="3084438"/>
            <a:ext cx="5113641" cy="3386638"/>
          </a:xfrm>
          <a:prstGeom prst="rect">
            <a:avLst/>
          </a:prstGeom>
          <a:ln>
            <a:solidFill>
              <a:srgbClr val="0065FA"/>
            </a:solidFill>
          </a:ln>
        </p:spPr>
      </p:pic>
    </p:spTree>
    <p:extLst>
      <p:ext uri="{BB962C8B-B14F-4D97-AF65-F5344CB8AC3E}">
        <p14:creationId xmlns:p14="http://schemas.microsoft.com/office/powerpoint/2010/main" val="28621211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90500" y="386924"/>
            <a:ext cx="6167438" cy="4247317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B050"/>
                </a:solidFill>
              </a:rPr>
              <a:t>#print </a:t>
            </a:r>
            <a:r>
              <a:rPr lang="fr-MA" b="1" dirty="0" err="1">
                <a:solidFill>
                  <a:srgbClr val="00B050"/>
                </a:solidFill>
              </a:rPr>
              <a:t>results</a:t>
            </a:r>
            <a:endParaRPr lang="fr-MA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results</a:t>
            </a:r>
            <a:r>
              <a:rPr lang="fr-MA" dirty="0"/>
              <a:t>------------------------------------")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</a:t>
            </a:r>
            <a:r>
              <a:rPr lang="fr-MA" dirty="0" err="1"/>
              <a:t>hidden</a:t>
            </a:r>
            <a:r>
              <a:rPr lang="fr-MA" dirty="0"/>
              <a:t> </a:t>
            </a:r>
            <a:r>
              <a:rPr lang="fr-MA" dirty="0" err="1"/>
              <a:t>weights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hidden_weights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</a:t>
            </a:r>
            <a:r>
              <a:rPr lang="fr-MA" dirty="0" err="1"/>
              <a:t>hidden</a:t>
            </a:r>
            <a:r>
              <a:rPr lang="fr-MA" dirty="0"/>
              <a:t> </a:t>
            </a:r>
            <a:r>
              <a:rPr lang="fr-MA" dirty="0" err="1"/>
              <a:t>biases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hidden_bias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output </a:t>
            </a:r>
            <a:r>
              <a:rPr lang="fr-MA" dirty="0" err="1"/>
              <a:t>weights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output_weights</a:t>
            </a:r>
            <a:r>
              <a:rPr lang="fr-MA" dirty="0"/>
              <a:t>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updated</a:t>
            </a:r>
            <a:r>
              <a:rPr lang="fr-MA" dirty="0"/>
              <a:t> output </a:t>
            </a:r>
            <a:r>
              <a:rPr lang="fr-MA" dirty="0" err="1"/>
              <a:t>biases</a:t>
            </a:r>
            <a:r>
              <a:rPr lang="fr-MA" dirty="0"/>
              <a:t>: ")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output_bias</a:t>
            </a:r>
            <a:r>
              <a:rPr lang="fr-M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51521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27D03-C391-041A-4465-F637DDF93C49}"/>
              </a:ext>
            </a:extLst>
          </p:cNvPr>
          <p:cNvSpPr txBox="1"/>
          <p:nvPr/>
        </p:nvSpPr>
        <p:spPr>
          <a:xfrm>
            <a:off x="1828800" y="1569720"/>
            <a:ext cx="72237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88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4194891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27D03-C391-041A-4465-F637DDF93C49}"/>
              </a:ext>
            </a:extLst>
          </p:cNvPr>
          <p:cNvSpPr txBox="1"/>
          <p:nvPr/>
        </p:nvSpPr>
        <p:spPr>
          <a:xfrm>
            <a:off x="0" y="0"/>
            <a:ext cx="12435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dirty="0"/>
              <a:t>À faire:</a:t>
            </a:r>
          </a:p>
          <a:p>
            <a:pPr marL="914400" indent="-914400">
              <a:buFont typeface="+mj-lt"/>
              <a:buAutoNum type="arabicPeriod"/>
            </a:pPr>
            <a:r>
              <a:rPr lang="fr-MA" sz="2800" dirty="0"/>
              <a:t>Compléter le code source pour traiter les deux problèmes qui restent: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B8055-25CB-D4F9-C0F6-287F7B8CAF89}"/>
              </a:ext>
            </a:extLst>
          </p:cNvPr>
          <p:cNvSpPr txBox="1"/>
          <p:nvPr/>
        </p:nvSpPr>
        <p:spPr>
          <a:xfrm>
            <a:off x="4891009" y="21244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7AF12-8997-8695-1B00-81DB14CD9C9C}"/>
              </a:ext>
            </a:extLst>
          </p:cNvPr>
          <p:cNvSpPr txBox="1"/>
          <p:nvPr/>
        </p:nvSpPr>
        <p:spPr>
          <a:xfrm>
            <a:off x="9453519" y="20408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A42A1-FE7D-EFD6-F185-5138243B16BC}"/>
              </a:ext>
            </a:extLst>
          </p:cNvPr>
          <p:cNvSpPr txBox="1"/>
          <p:nvPr/>
        </p:nvSpPr>
        <p:spPr>
          <a:xfrm>
            <a:off x="143055" y="22141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8CDBF7-EA60-8548-26A9-52F26CEA97A5}"/>
              </a:ext>
            </a:extLst>
          </p:cNvPr>
          <p:cNvSpPr/>
          <p:nvPr/>
        </p:nvSpPr>
        <p:spPr>
          <a:xfrm>
            <a:off x="870900" y="16670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4679DE-FC89-A1ED-63E4-02B159EF2130}"/>
              </a:ext>
            </a:extLst>
          </p:cNvPr>
          <p:cNvSpPr/>
          <p:nvPr/>
        </p:nvSpPr>
        <p:spPr>
          <a:xfrm>
            <a:off x="5933898" y="15734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3F3020-ADED-3DF1-A397-273DB1962EE5}"/>
              </a:ext>
            </a:extLst>
          </p:cNvPr>
          <p:cNvSpPr/>
          <p:nvPr/>
        </p:nvSpPr>
        <p:spPr>
          <a:xfrm>
            <a:off x="10427719" y="14668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C31F4A-58E7-7EF8-C1F9-8C0E946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7970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AA9BA3-0CEF-6E6A-B90E-40F660037813}"/>
              </a:ext>
            </a:extLst>
          </p:cNvPr>
          <p:cNvSpPr txBox="1"/>
          <p:nvPr/>
        </p:nvSpPr>
        <p:spPr>
          <a:xfrm>
            <a:off x="9412919" y="50236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76737A-C74D-2258-E126-643BA1D7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8112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04A264-D4E6-3A1A-0043-94C81E228A3D}"/>
              </a:ext>
            </a:extLst>
          </p:cNvPr>
          <p:cNvSpPr txBox="1"/>
          <p:nvPr/>
        </p:nvSpPr>
        <p:spPr>
          <a:xfrm>
            <a:off x="7142241" y="20740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859A9F-F35B-F977-7C34-4553ADB352DB}"/>
              </a:ext>
            </a:extLst>
          </p:cNvPr>
          <p:cNvSpPr/>
          <p:nvPr/>
        </p:nvSpPr>
        <p:spPr>
          <a:xfrm>
            <a:off x="8128915" y="15316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4BE13-A056-3238-ABF7-02F4C7878B8C}"/>
              </a:ext>
            </a:extLst>
          </p:cNvPr>
          <p:cNvSpPr txBox="1"/>
          <p:nvPr/>
        </p:nvSpPr>
        <p:spPr>
          <a:xfrm>
            <a:off x="7604982" y="50811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69567C-69D2-72E9-392C-2E653BC9B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58133"/>
              </p:ext>
            </p:extLst>
          </p:nvPr>
        </p:nvGraphicFramePr>
        <p:xfrm>
          <a:off x="2512105" y="28591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DCC0EE2-BDF9-8FFF-7953-FA962CC15184}"/>
              </a:ext>
            </a:extLst>
          </p:cNvPr>
          <p:cNvSpPr txBox="1"/>
          <p:nvPr/>
        </p:nvSpPr>
        <p:spPr>
          <a:xfrm>
            <a:off x="2550896" y="50544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27C0E-BF03-FAD0-9CC9-6429459B28CB}"/>
              </a:ext>
            </a:extLst>
          </p:cNvPr>
          <p:cNvSpPr txBox="1"/>
          <p:nvPr/>
        </p:nvSpPr>
        <p:spPr>
          <a:xfrm>
            <a:off x="5076100" y="50332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329F65-1713-6CB4-5CD4-3195A2863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5406250"/>
            <a:ext cx="1668557" cy="14360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B074BA-5DA5-D24C-0659-D4DAB027A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5444001"/>
            <a:ext cx="1277590" cy="12472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531402-499A-2E9F-AED3-28D26C9AC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5485446"/>
            <a:ext cx="1697507" cy="12125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BC5547-A1F7-7B3A-C9B6-8F181070AB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5362218"/>
            <a:ext cx="2764212" cy="14654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15DE70-32D4-44B2-BEBE-C49B93C975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809881"/>
            <a:ext cx="2779082" cy="21245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02E94C-3C38-D94A-C248-3244152586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933212"/>
            <a:ext cx="2298250" cy="17284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F69506-8215-9D4A-9F4C-8690FE0CC5B2}"/>
              </a:ext>
            </a:extLst>
          </p:cNvPr>
          <p:cNvSpPr txBox="1"/>
          <p:nvPr/>
        </p:nvSpPr>
        <p:spPr>
          <a:xfrm>
            <a:off x="2378966" y="21550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F03641C-2B88-8265-4535-540501374FE5}"/>
              </a:ext>
            </a:extLst>
          </p:cNvPr>
          <p:cNvSpPr/>
          <p:nvPr/>
        </p:nvSpPr>
        <p:spPr>
          <a:xfrm>
            <a:off x="3106811" y="16079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21CE432-C55F-77D8-6ACD-900811D6F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5373695"/>
            <a:ext cx="1668557" cy="143600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8F2590E-2729-2185-5DD3-9644AFB7F75E}"/>
              </a:ext>
            </a:extLst>
          </p:cNvPr>
          <p:cNvSpPr txBox="1"/>
          <p:nvPr/>
        </p:nvSpPr>
        <p:spPr>
          <a:xfrm>
            <a:off x="261896" y="47158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1B89B01-436D-9238-B88D-444FC1E80C3F}"/>
              </a:ext>
            </a:extLst>
          </p:cNvPr>
          <p:cNvSpPr/>
          <p:nvPr/>
        </p:nvSpPr>
        <p:spPr>
          <a:xfrm>
            <a:off x="8763000" y="1466884"/>
            <a:ext cx="649919" cy="5162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71EF763-A8A4-41B0-FC34-BF156F1C2A06}"/>
              </a:ext>
            </a:extLst>
          </p:cNvPr>
          <p:cNvSpPr/>
          <p:nvPr/>
        </p:nvSpPr>
        <p:spPr>
          <a:xfrm>
            <a:off x="11106506" y="1466884"/>
            <a:ext cx="649919" cy="5162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74950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40503324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51670</TotalTime>
  <Words>8325</Words>
  <Application>Microsoft Office PowerPoint</Application>
  <PresentationFormat>Widescreen</PresentationFormat>
  <Paragraphs>1902</Paragraphs>
  <Slides>84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Calibri</vt:lpstr>
      <vt:lpstr>Calibri Light</vt:lpstr>
      <vt:lpstr>Cambria Math</vt:lpstr>
      <vt:lpstr>Helvetica Neue</vt:lpstr>
      <vt:lpstr>Lucida Sans Unicode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791</cp:revision>
  <dcterms:created xsi:type="dcterms:W3CDTF">2019-09-13T15:50:46Z</dcterms:created>
  <dcterms:modified xsi:type="dcterms:W3CDTF">2023-05-14T15:25:06Z</dcterms:modified>
</cp:coreProperties>
</file>